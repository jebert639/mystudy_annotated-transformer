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7.webp" ContentType="image/webp"/>
  <Override PartName="/ppt/media/image22.webp" ContentType="image/webp"/>
  <Override PartName="/ppt/media/image25.webp" ContentType="image/webp"/>
  <Override PartName="/ppt/media/image3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7" r:id="rId4"/>
    <p:sldId id="259" r:id="rId6"/>
    <p:sldId id="268" r:id="rId7"/>
    <p:sldId id="260" r:id="rId8"/>
    <p:sldId id="262" r:id="rId9"/>
    <p:sldId id="269" r:id="rId10"/>
    <p:sldId id="270" r:id="rId11"/>
    <p:sldId id="271" r:id="rId12"/>
    <p:sldId id="263" r:id="rId13"/>
    <p:sldId id="266" r:id="rId14"/>
    <p:sldId id="284" r:id="rId15"/>
    <p:sldId id="264" r:id="rId16"/>
    <p:sldId id="265" r:id="rId17"/>
    <p:sldId id="267" r:id="rId18"/>
    <p:sldId id="273" r:id="rId19"/>
    <p:sldId id="272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5" r:id="rId31"/>
    <p:sldId id="261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9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9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image" Target="../media/image1.jpeg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image" Target="../media/image1.jpeg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tags" Target="../tags/tag22.xml"/><Relationship Id="rId3" Type="http://schemas.openxmlformats.org/officeDocument/2006/relationships/image" Target="../media/image1.jpeg"/><Relationship Id="rId2" Type="http://schemas.openxmlformats.org/officeDocument/2006/relationships/tags" Target="../tags/tag21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image" Target="../media/image1.jpeg"/><Relationship Id="rId2" Type="http://schemas.openxmlformats.org/officeDocument/2006/relationships/tags" Target="../tags/tag29.xml"/><Relationship Id="rId10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image" Target="../media/image1.jpeg"/><Relationship Id="rId2" Type="http://schemas.openxmlformats.org/officeDocument/2006/relationships/tags" Target="../tags/tag3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tags" Target="../tags/tag44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image" Target="../media/image1.jpeg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image" Target="../media/image1.jpeg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image" Target="../media/image1.jpeg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image" Target="../media/image1.jpeg"/><Relationship Id="rId2" Type="http://schemas.openxmlformats.org/officeDocument/2006/relationships/tags" Target="../tags/tag62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74.xml"/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image" Target="../media/image1.jpeg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image" Target="../media/image1.jpeg"/><Relationship Id="rId2" Type="http://schemas.openxmlformats.org/officeDocument/2006/relationships/tags" Target="../tags/tag8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image" Target="../media/image1.jpeg"/><Relationship Id="rId2" Type="http://schemas.openxmlformats.org/officeDocument/2006/relationships/tags" Target="../tags/tag90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02.xml"/><Relationship Id="rId7" Type="http://schemas.openxmlformats.org/officeDocument/2006/relationships/tags" Target="../tags/tag101.xml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image" Target="../media/image1.jpeg"/><Relationship Id="rId2" Type="http://schemas.openxmlformats.org/officeDocument/2006/relationships/tags" Target="../tags/tag97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07.xml"/><Relationship Id="rId8" Type="http://schemas.openxmlformats.org/officeDocument/2006/relationships/tags" Target="../tags/tag106.xml"/><Relationship Id="rId7" Type="http://schemas.openxmlformats.org/officeDocument/2006/relationships/tags" Target="../tags/tag105.xml"/><Relationship Id="rId6" Type="http://schemas.openxmlformats.org/officeDocument/2006/relationships/image" Target="../media/image4.svg"/><Relationship Id="rId5" Type="http://schemas.openxmlformats.org/officeDocument/2006/relationships/image" Target="../media/image2.png"/><Relationship Id="rId4" Type="http://schemas.openxmlformats.org/officeDocument/2006/relationships/tags" Target="../tags/tag104.xml"/><Relationship Id="rId3" Type="http://schemas.openxmlformats.org/officeDocument/2006/relationships/image" Target="../media/image1.jpeg"/><Relationship Id="rId2" Type="http://schemas.openxmlformats.org/officeDocument/2006/relationships/tags" Target="../tags/tag103.xml"/><Relationship Id="rId12" Type="http://schemas.openxmlformats.org/officeDocument/2006/relationships/tags" Target="../tags/tag110.xml"/><Relationship Id="rId11" Type="http://schemas.openxmlformats.org/officeDocument/2006/relationships/tags" Target="../tags/tag109.xml"/><Relationship Id="rId10" Type="http://schemas.openxmlformats.org/officeDocument/2006/relationships/tags" Target="../tags/tag10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17.xml"/><Relationship Id="rId8" Type="http://schemas.openxmlformats.org/officeDocument/2006/relationships/tags" Target="../tags/tag116.xml"/><Relationship Id="rId7" Type="http://schemas.openxmlformats.org/officeDocument/2006/relationships/tags" Target="../tags/tag115.xml"/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image" Target="../media/image1.jpeg"/><Relationship Id="rId2" Type="http://schemas.openxmlformats.org/officeDocument/2006/relationships/tags" Target="../tags/tag111.xml"/><Relationship Id="rId10" Type="http://schemas.openxmlformats.org/officeDocument/2006/relationships/tags" Target="../tags/tag11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25.xml"/><Relationship Id="rId8" Type="http://schemas.openxmlformats.org/officeDocument/2006/relationships/tags" Target="../tags/tag124.xml"/><Relationship Id="rId7" Type="http://schemas.openxmlformats.org/officeDocument/2006/relationships/tags" Target="../tags/tag123.xml"/><Relationship Id="rId6" Type="http://schemas.openxmlformats.org/officeDocument/2006/relationships/tags" Target="../tags/tag122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image" Target="../media/image1.jpeg"/><Relationship Id="rId2" Type="http://schemas.openxmlformats.org/officeDocument/2006/relationships/tags" Target="../tags/tag119.xml"/><Relationship Id="rId12" Type="http://schemas.openxmlformats.org/officeDocument/2006/relationships/tags" Target="../tags/tag128.xml"/><Relationship Id="rId11" Type="http://schemas.openxmlformats.org/officeDocument/2006/relationships/tags" Target="../tags/tag127.xml"/><Relationship Id="rId10" Type="http://schemas.openxmlformats.org/officeDocument/2006/relationships/tags" Target="../tags/tag12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134.xml"/><Relationship Id="rId7" Type="http://schemas.openxmlformats.org/officeDocument/2006/relationships/tags" Target="../tags/tag133.xml"/><Relationship Id="rId6" Type="http://schemas.openxmlformats.org/officeDocument/2006/relationships/tags" Target="../tags/tag132.xml"/><Relationship Id="rId5" Type="http://schemas.openxmlformats.org/officeDocument/2006/relationships/tags" Target="../tags/tag131.xml"/><Relationship Id="rId4" Type="http://schemas.openxmlformats.org/officeDocument/2006/relationships/tags" Target="../tags/tag130.xml"/><Relationship Id="rId3" Type="http://schemas.openxmlformats.org/officeDocument/2006/relationships/image" Target="../media/image1.jpeg"/><Relationship Id="rId2" Type="http://schemas.openxmlformats.org/officeDocument/2006/relationships/tags" Target="../tags/tag129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138.xml"/><Relationship Id="rId5" Type="http://schemas.openxmlformats.org/officeDocument/2006/relationships/tags" Target="../tags/tag137.xml"/><Relationship Id="rId4" Type="http://schemas.openxmlformats.org/officeDocument/2006/relationships/tags" Target="../tags/tag136.xml"/><Relationship Id="rId3" Type="http://schemas.openxmlformats.org/officeDocument/2006/relationships/image" Target="../media/image1.jpeg"/><Relationship Id="rId2" Type="http://schemas.openxmlformats.org/officeDocument/2006/relationships/tags" Target="../tags/tag13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7" Type="http://schemas.openxmlformats.org/officeDocument/2006/relationships/tags" Target="../tags/tag143.xml"/><Relationship Id="rId6" Type="http://schemas.openxmlformats.org/officeDocument/2006/relationships/tags" Target="../tags/tag142.xml"/><Relationship Id="rId5" Type="http://schemas.openxmlformats.org/officeDocument/2006/relationships/tags" Target="../tags/tag141.xml"/><Relationship Id="rId4" Type="http://schemas.openxmlformats.org/officeDocument/2006/relationships/tags" Target="../tags/tag140.xml"/><Relationship Id="rId3" Type="http://schemas.openxmlformats.org/officeDocument/2006/relationships/image" Target="../media/image1.jpeg"/><Relationship Id="rId2" Type="http://schemas.openxmlformats.org/officeDocument/2006/relationships/tags" Target="../tags/tag139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50.xml"/><Relationship Id="rId8" Type="http://schemas.openxmlformats.org/officeDocument/2006/relationships/tags" Target="../tags/tag149.xml"/><Relationship Id="rId7" Type="http://schemas.openxmlformats.org/officeDocument/2006/relationships/tags" Target="../tags/tag148.xml"/><Relationship Id="rId6" Type="http://schemas.openxmlformats.org/officeDocument/2006/relationships/tags" Target="../tags/tag147.xml"/><Relationship Id="rId5" Type="http://schemas.openxmlformats.org/officeDocument/2006/relationships/tags" Target="../tags/tag146.xml"/><Relationship Id="rId4" Type="http://schemas.openxmlformats.org/officeDocument/2006/relationships/tags" Target="../tags/tag145.xml"/><Relationship Id="rId3" Type="http://schemas.openxmlformats.org/officeDocument/2006/relationships/image" Target="../media/image1.jpeg"/><Relationship Id="rId2" Type="http://schemas.openxmlformats.org/officeDocument/2006/relationships/tags" Target="../tags/tag14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156.xml"/><Relationship Id="rId7" Type="http://schemas.openxmlformats.org/officeDocument/2006/relationships/tags" Target="../tags/tag155.xml"/><Relationship Id="rId6" Type="http://schemas.openxmlformats.org/officeDocument/2006/relationships/tags" Target="../tags/tag154.xml"/><Relationship Id="rId5" Type="http://schemas.openxmlformats.org/officeDocument/2006/relationships/tags" Target="../tags/tag153.xml"/><Relationship Id="rId4" Type="http://schemas.openxmlformats.org/officeDocument/2006/relationships/tags" Target="../tags/tag152.xml"/><Relationship Id="rId3" Type="http://schemas.openxmlformats.org/officeDocument/2006/relationships/image" Target="../media/image1.jpeg"/><Relationship Id="rId2" Type="http://schemas.openxmlformats.org/officeDocument/2006/relationships/tags" Target="../tags/tag151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VCG41N1410470348" descr="雪地上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5" r="83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署名"/>
          <p:cNvSpPr txBox="1">
            <a:spLocks noGrp="1"/>
          </p:cNvSpPr>
          <p:nvPr>
            <p:ph type="body" idx="3" hasCustomPrompt="1"/>
            <p:custDataLst>
              <p:tags r:id="rId4"/>
            </p:custDataLst>
          </p:nvPr>
        </p:nvSpPr>
        <p:spPr>
          <a:xfrm>
            <a:off x="904875" y="3999865"/>
            <a:ext cx="2019300" cy="48387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effectLst/>
        </p:spPr>
        <p:txBody>
          <a:bodyPr vert="horz" wrap="square" lIns="0" tIns="0" rIns="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1" i="0" u="none" strike="noStrike" kern="1200" cap="none" spc="0" normalizeH="0" baseline="0" noProof="1" dirty="0">
                <a:solidFill>
                  <a:srgbClr val="FFFFFF"/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5"/>
            </p:custDataLst>
          </p:nvPr>
        </p:nvSpPr>
        <p:spPr>
          <a:xfrm>
            <a:off x="904875" y="2458720"/>
            <a:ext cx="7571105" cy="118999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7" name="正文"/>
          <p:cNvSpPr txBox="1"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904875" y="1689735"/>
            <a:ext cx="7571105" cy="638175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2400" b="1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 err="1">
                <a:sym typeface="+mn-ea"/>
              </a:rPr>
              <a:t>单击此处编辑母版副标题样式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A-图片 4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" name="PA-正文"/>
          <p:cNvSpPr txBox="1">
            <a:spLocks noGrp="1"/>
          </p:cNvSpPr>
          <p:nvPr>
            <p:ph idx="3"/>
            <p:custDataLst>
              <p:tags r:id="rId4"/>
            </p:custDataLst>
          </p:nvPr>
        </p:nvSpPr>
        <p:spPr>
          <a:xfrm>
            <a:off x="695325" y="1245235"/>
            <a:ext cx="10800715" cy="493077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Heavy" panose="00000A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</a:pPr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>
              <a:spcBef>
                <a:spcPts val="1200"/>
              </a:spcBef>
              <a:spcAft>
                <a:spcPts val="0"/>
              </a:spcAft>
            </a:pPr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>
              <a:spcBef>
                <a:spcPts val="1200"/>
              </a:spcBef>
              <a:spcAft>
                <a:spcPts val="0"/>
              </a:spcAft>
            </a:pPr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>
              <a:spcBef>
                <a:spcPts val="1200"/>
              </a:spcBef>
              <a:spcAft>
                <a:spcPts val="0"/>
              </a:spcAft>
            </a:pPr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8" name="PA-标题"/>
          <p:cNvSpPr txBox="1">
            <a:spLocks noGrp="1"/>
          </p:cNvSpPr>
          <p:nvPr>
            <p:ph type="title" idx="2"/>
            <p:custDataLst>
              <p:tags r:id="rId5"/>
            </p:custDataLst>
          </p:nvPr>
        </p:nvSpPr>
        <p:spPr>
          <a:xfrm>
            <a:off x="869315" y="523875"/>
            <a:ext cx="10626090" cy="583565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PA-矩形 1"/>
          <p:cNvSpPr/>
          <p:nvPr userDrawn="1">
            <p:custDataLst>
              <p:tags r:id="rId6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99135" y="6356350"/>
            <a:ext cx="2882265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880995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 descr="雪地上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798830" y="523875"/>
            <a:ext cx="1866265" cy="342900"/>
          </a:xfrm>
          <a:prstGeom prst="rect">
            <a:avLst/>
          </a:prstGeom>
          <a:noFill/>
        </p:spPr>
        <p:txBody>
          <a:bodyPr vert="horz" wrap="square" lIns="10795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1800" b="1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 err="1">
                <a:sym typeface="+mn-ea"/>
              </a:rPr>
              <a:t>单击编辑副标题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798830" y="866775"/>
            <a:ext cx="1866265" cy="105981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Heavy" panose="00000A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 descr="雪地上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5" r="83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3" name="图形 5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08915" y="6143342"/>
            <a:ext cx="187891" cy="187891"/>
          </a:xfrm>
          <a:prstGeom prst="rect">
            <a:avLst/>
          </a:prstGeom>
        </p:spPr>
      </p:pic>
      <p:cxnSp>
        <p:nvCxnSpPr>
          <p:cNvPr id="9" name="直接连接符 8"/>
          <p:cNvCxnSpPr/>
          <p:nvPr>
            <p:custDataLst>
              <p:tags r:id="rId7"/>
            </p:custDataLst>
          </p:nvPr>
        </p:nvCxnSpPr>
        <p:spPr>
          <a:xfrm>
            <a:off x="857760" y="4520059"/>
            <a:ext cx="576901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8"/>
            </p:custDataLst>
          </p:nvPr>
        </p:nvSpPr>
        <p:spPr>
          <a:xfrm>
            <a:off x="857885" y="1802130"/>
            <a:ext cx="6318885" cy="52197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 err="1">
                <a:sym typeface="+mn-ea"/>
              </a:rPr>
              <a:t>编辑节编号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9"/>
            </p:custDataLst>
          </p:nvPr>
        </p:nvSpPr>
        <p:spPr>
          <a:xfrm>
            <a:off x="857250" y="2505075"/>
            <a:ext cx="6318885" cy="157289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标题"/>
          <p:cNvSpPr txBox="1">
            <a:spLocks noGrp="1"/>
          </p:cNvSpPr>
          <p:nvPr>
            <p:ph type="title" idx="4"/>
            <p:custDataLst>
              <p:tags r:id="rId4"/>
            </p:custDataLst>
          </p:nvPr>
        </p:nvSpPr>
        <p:spPr>
          <a:xfrm>
            <a:off x="869315" y="523875"/>
            <a:ext cx="10626090" cy="583565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0" name="矩形 9"/>
          <p:cNvSpPr/>
          <p:nvPr userDrawn="1">
            <p:custDataLst>
              <p:tags r:id="rId5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9" name="正文"/>
          <p:cNvSpPr txBox="1">
            <a:spLocks noGrp="1"/>
          </p:cNvSpPr>
          <p:nvPr>
            <p:ph idx="2"/>
            <p:custDataLst>
              <p:tags r:id="rId6"/>
            </p:custDataLst>
          </p:nvPr>
        </p:nvSpPr>
        <p:spPr>
          <a:xfrm>
            <a:off x="6400800" y="1244600"/>
            <a:ext cx="5095240" cy="493204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8" name="正文"/>
          <p:cNvSpPr txBox="1">
            <a:spLocks noGrp="1"/>
          </p:cNvSpPr>
          <p:nvPr>
            <p:ph idx="1"/>
            <p:custDataLst>
              <p:tags r:id="rId7"/>
            </p:custDataLst>
          </p:nvPr>
        </p:nvSpPr>
        <p:spPr>
          <a:xfrm>
            <a:off x="695325" y="1244600"/>
            <a:ext cx="5090160" cy="493204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87070" y="6356350"/>
            <a:ext cx="289433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56350"/>
            <a:ext cx="288544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5" name="标题"/>
          <p:cNvSpPr txBox="1">
            <a:spLocks noGrp="1"/>
          </p:cNvSpPr>
          <p:nvPr>
            <p:ph type="title" idx="6"/>
            <p:custDataLst>
              <p:tags r:id="rId4"/>
            </p:custDataLst>
          </p:nvPr>
        </p:nvSpPr>
        <p:spPr>
          <a:xfrm>
            <a:off x="6235065" y="1243330"/>
            <a:ext cx="5260975" cy="4749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j-ea"/>
                <a:cs typeface="MiSans Heavy" panose="00000A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4" name="标题"/>
          <p:cNvSpPr txBox="1">
            <a:spLocks noGrp="1"/>
          </p:cNvSpPr>
          <p:nvPr>
            <p:ph type="title" idx="5"/>
            <p:custDataLst>
              <p:tags r:id="rId5"/>
            </p:custDataLst>
          </p:nvPr>
        </p:nvSpPr>
        <p:spPr>
          <a:xfrm>
            <a:off x="696595" y="1244600"/>
            <a:ext cx="5253990" cy="4749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j-ea"/>
                <a:cs typeface="MiSans Heavy" panose="00000A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3" name="标题"/>
          <p:cNvSpPr txBox="1">
            <a:spLocks noGrp="1"/>
          </p:cNvSpPr>
          <p:nvPr>
            <p:ph type="title" idx="4"/>
            <p:custDataLst>
              <p:tags r:id="rId6"/>
            </p:custDataLst>
          </p:nvPr>
        </p:nvSpPr>
        <p:spPr>
          <a:xfrm>
            <a:off x="869315" y="523875"/>
            <a:ext cx="10626090" cy="583565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2" name="矩形 11"/>
          <p:cNvSpPr/>
          <p:nvPr userDrawn="1">
            <p:custDataLst>
              <p:tags r:id="rId7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11" name="正文"/>
          <p:cNvSpPr txBox="1">
            <a:spLocks noGrp="1"/>
          </p:cNvSpPr>
          <p:nvPr>
            <p:ph idx="2"/>
            <p:custDataLst>
              <p:tags r:id="rId8"/>
            </p:custDataLst>
          </p:nvPr>
        </p:nvSpPr>
        <p:spPr>
          <a:xfrm>
            <a:off x="6235065" y="1719580"/>
            <a:ext cx="5260975" cy="445643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0" name="正文"/>
          <p:cNvSpPr txBox="1">
            <a:spLocks noGrp="1"/>
          </p:cNvSpPr>
          <p:nvPr>
            <p:ph idx="1"/>
            <p:custDataLst>
              <p:tags r:id="rId9"/>
            </p:custDataLst>
          </p:nvPr>
        </p:nvSpPr>
        <p:spPr>
          <a:xfrm>
            <a:off x="696595" y="1719580"/>
            <a:ext cx="5253990" cy="445643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86435" y="6356350"/>
            <a:ext cx="2894965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88544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标题"/>
          <p:cNvSpPr txBox="1">
            <a:spLocks noGrp="1"/>
          </p:cNvSpPr>
          <p:nvPr>
            <p:ph type="title" idx="2"/>
            <p:custDataLst>
              <p:tags r:id="rId4"/>
            </p:custDataLst>
          </p:nvPr>
        </p:nvSpPr>
        <p:spPr>
          <a:xfrm>
            <a:off x="869315" y="523875"/>
            <a:ext cx="10626090" cy="583565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8" name="矩形 7"/>
          <p:cNvSpPr/>
          <p:nvPr userDrawn="1">
            <p:custDataLst>
              <p:tags r:id="rId5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9135" y="6356350"/>
            <a:ext cx="2882265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886075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正文"/>
          <p:cNvSpPr txBox="1"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95960" y="6356350"/>
            <a:ext cx="288544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88544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副标题"/>
          <p:cNvSpPr txBox="1">
            <a:spLocks noGrp="1"/>
          </p:cNvSpPr>
          <p:nvPr>
            <p:ph type="body" idx="3" hasCustomPrompt="1"/>
            <p:custDataLst>
              <p:tags r:id="rId4"/>
            </p:custDataLst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3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Heavy" panose="00000A00000000000000" charset="-122"/>
              </a:defRPr>
            </a:lvl1pPr>
          </a:lstStyle>
          <a:p>
            <a:pPr lvl="0" algn="l"/>
            <a:r>
              <a:rPr dirty="0">
                <a:sym typeface="+mn-ea"/>
              </a:rPr>
              <a:t>单击此处编辑母版副标题样式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2"/>
            <p:custDataLst>
              <p:tags r:id="rId5"/>
            </p:custDataLst>
          </p:nvPr>
        </p:nvSpPr>
        <p:spPr>
          <a:xfrm>
            <a:off x="869315" y="523875"/>
            <a:ext cx="10626090" cy="583565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8" name="矩形 7"/>
          <p:cNvSpPr/>
          <p:nvPr userDrawn="1">
            <p:custDataLst>
              <p:tags r:id="rId6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99770" y="6356350"/>
            <a:ext cx="288163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886075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VCG41N1410470348" descr="雪地上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5" r="83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4"/>
            </p:custDataLst>
          </p:nvPr>
        </p:nvSpPr>
        <p:spPr>
          <a:xfrm>
            <a:off x="904875" y="1714500"/>
            <a:ext cx="7571105" cy="193421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7" name="署名"/>
          <p:cNvSpPr txBox="1">
            <a:spLocks noGrp="1"/>
          </p:cNvSpPr>
          <p:nvPr>
            <p:ph type="body" idx="1" hasCustomPrompt="1"/>
            <p:custDataLst>
              <p:tags r:id="rId5"/>
            </p:custDataLst>
          </p:nvPr>
        </p:nvSpPr>
        <p:spPr>
          <a:xfrm>
            <a:off x="904875" y="3999865"/>
            <a:ext cx="2019300" cy="48387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effectLst/>
        </p:spPr>
        <p:txBody>
          <a:bodyPr vert="horz" wrap="square" lIns="0" tIns="0" rIns="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1" i="0" u="none" strike="noStrike" kern="1200" cap="none" spc="0" normalizeH="0" baseline="0" noProof="1" dirty="0">
                <a:solidFill>
                  <a:srgbClr val="FFFFFF"/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dirty="0">
                <a:sym typeface="+mn-ea"/>
              </a:rPr>
              <a:t>单击此处编辑文本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VCG41N1410470348" descr="雪地上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5" r="83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署名"/>
          <p:cNvSpPr txBox="1">
            <a:spLocks noGrp="1"/>
          </p:cNvSpPr>
          <p:nvPr>
            <p:ph type="body" idx="3" hasCustomPrompt="1"/>
            <p:custDataLst>
              <p:tags r:id="rId4"/>
            </p:custDataLst>
          </p:nvPr>
        </p:nvSpPr>
        <p:spPr>
          <a:xfrm>
            <a:off x="904875" y="3999865"/>
            <a:ext cx="2019300" cy="48387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effectLst/>
        </p:spPr>
        <p:txBody>
          <a:bodyPr vert="horz" wrap="square" lIns="0" tIns="0" rIns="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1" i="0" u="none" strike="noStrike" kern="1200" cap="none" spc="0" normalizeH="0" baseline="0" noProof="1" dirty="0">
                <a:solidFill>
                  <a:srgbClr val="FFFFFF"/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5"/>
            </p:custDataLst>
          </p:nvPr>
        </p:nvSpPr>
        <p:spPr>
          <a:xfrm>
            <a:off x="904875" y="2458720"/>
            <a:ext cx="7571105" cy="118999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7" name="正文"/>
          <p:cNvSpPr txBox="1"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904875" y="1689735"/>
            <a:ext cx="7571105" cy="638175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2400" b="1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 err="1">
                <a:sym typeface="+mn-ea"/>
              </a:rPr>
              <a:t>单击此处编辑母版副标题样式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A-图片 4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" name="PA-正文"/>
          <p:cNvSpPr txBox="1">
            <a:spLocks noGrp="1"/>
          </p:cNvSpPr>
          <p:nvPr>
            <p:ph idx="3"/>
            <p:custDataLst>
              <p:tags r:id="rId4"/>
            </p:custDataLst>
          </p:nvPr>
        </p:nvSpPr>
        <p:spPr>
          <a:xfrm>
            <a:off x="695325" y="1245235"/>
            <a:ext cx="10800715" cy="493077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Heavy" panose="00000A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</a:pPr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>
              <a:spcBef>
                <a:spcPts val="1200"/>
              </a:spcBef>
              <a:spcAft>
                <a:spcPts val="0"/>
              </a:spcAft>
            </a:pPr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>
              <a:spcBef>
                <a:spcPts val="1200"/>
              </a:spcBef>
              <a:spcAft>
                <a:spcPts val="0"/>
              </a:spcAft>
            </a:pPr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>
              <a:spcBef>
                <a:spcPts val="1200"/>
              </a:spcBef>
              <a:spcAft>
                <a:spcPts val="0"/>
              </a:spcAft>
            </a:pPr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8" name="PA-标题"/>
          <p:cNvSpPr txBox="1">
            <a:spLocks noGrp="1"/>
          </p:cNvSpPr>
          <p:nvPr>
            <p:ph type="title" idx="2"/>
            <p:custDataLst>
              <p:tags r:id="rId5"/>
            </p:custDataLst>
          </p:nvPr>
        </p:nvSpPr>
        <p:spPr>
          <a:xfrm>
            <a:off x="869315" y="523875"/>
            <a:ext cx="10626090" cy="583565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PA-矩形 1"/>
          <p:cNvSpPr/>
          <p:nvPr userDrawn="1">
            <p:custDataLst>
              <p:tags r:id="rId6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99135" y="6356350"/>
            <a:ext cx="2882265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880995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 descr="雪地上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798830" y="523875"/>
            <a:ext cx="1866265" cy="342900"/>
          </a:xfrm>
          <a:prstGeom prst="rect">
            <a:avLst/>
          </a:prstGeom>
          <a:noFill/>
        </p:spPr>
        <p:txBody>
          <a:bodyPr vert="horz" wrap="square" lIns="10795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1800" b="1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 err="1">
                <a:sym typeface="+mn-ea"/>
              </a:rPr>
              <a:t>单击编辑副标题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798830" y="866775"/>
            <a:ext cx="1866265" cy="105981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Heavy" panose="00000A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 descr="雪地上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5" r="83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3" name="图形 5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08915" y="6143342"/>
            <a:ext cx="187891" cy="187891"/>
          </a:xfrm>
          <a:prstGeom prst="rect">
            <a:avLst/>
          </a:prstGeom>
        </p:spPr>
      </p:pic>
      <p:cxnSp>
        <p:nvCxnSpPr>
          <p:cNvPr id="9" name="直接连接符 8"/>
          <p:cNvCxnSpPr/>
          <p:nvPr>
            <p:custDataLst>
              <p:tags r:id="rId7"/>
            </p:custDataLst>
          </p:nvPr>
        </p:nvCxnSpPr>
        <p:spPr>
          <a:xfrm>
            <a:off x="857760" y="4520059"/>
            <a:ext cx="576901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8"/>
            </p:custDataLst>
          </p:nvPr>
        </p:nvSpPr>
        <p:spPr>
          <a:xfrm>
            <a:off x="857885" y="1802130"/>
            <a:ext cx="6318885" cy="52197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 err="1">
                <a:sym typeface="+mn-ea"/>
              </a:rPr>
              <a:t>编辑节编号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9"/>
            </p:custDataLst>
          </p:nvPr>
        </p:nvSpPr>
        <p:spPr>
          <a:xfrm>
            <a:off x="857250" y="2505075"/>
            <a:ext cx="6318885" cy="157289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标题"/>
          <p:cNvSpPr txBox="1">
            <a:spLocks noGrp="1"/>
          </p:cNvSpPr>
          <p:nvPr>
            <p:ph type="title" idx="4"/>
            <p:custDataLst>
              <p:tags r:id="rId4"/>
            </p:custDataLst>
          </p:nvPr>
        </p:nvSpPr>
        <p:spPr>
          <a:xfrm>
            <a:off x="869315" y="523875"/>
            <a:ext cx="10626090" cy="583565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0" name="矩形 9"/>
          <p:cNvSpPr/>
          <p:nvPr userDrawn="1">
            <p:custDataLst>
              <p:tags r:id="rId5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9" name="正文"/>
          <p:cNvSpPr txBox="1">
            <a:spLocks noGrp="1"/>
          </p:cNvSpPr>
          <p:nvPr>
            <p:ph idx="2"/>
            <p:custDataLst>
              <p:tags r:id="rId6"/>
            </p:custDataLst>
          </p:nvPr>
        </p:nvSpPr>
        <p:spPr>
          <a:xfrm>
            <a:off x="6400800" y="1244600"/>
            <a:ext cx="5095240" cy="493204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8" name="正文"/>
          <p:cNvSpPr txBox="1">
            <a:spLocks noGrp="1"/>
          </p:cNvSpPr>
          <p:nvPr>
            <p:ph idx="1"/>
            <p:custDataLst>
              <p:tags r:id="rId7"/>
            </p:custDataLst>
          </p:nvPr>
        </p:nvSpPr>
        <p:spPr>
          <a:xfrm>
            <a:off x="695325" y="1244600"/>
            <a:ext cx="5090160" cy="493204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87070" y="6356350"/>
            <a:ext cx="289433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56350"/>
            <a:ext cx="288544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5" name="标题"/>
          <p:cNvSpPr txBox="1">
            <a:spLocks noGrp="1"/>
          </p:cNvSpPr>
          <p:nvPr>
            <p:ph type="title" idx="6"/>
            <p:custDataLst>
              <p:tags r:id="rId4"/>
            </p:custDataLst>
          </p:nvPr>
        </p:nvSpPr>
        <p:spPr>
          <a:xfrm>
            <a:off x="6235065" y="1243330"/>
            <a:ext cx="5260975" cy="4749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j-ea"/>
                <a:cs typeface="MiSans Heavy" panose="00000A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4" name="标题"/>
          <p:cNvSpPr txBox="1">
            <a:spLocks noGrp="1"/>
          </p:cNvSpPr>
          <p:nvPr>
            <p:ph type="title" idx="5"/>
            <p:custDataLst>
              <p:tags r:id="rId5"/>
            </p:custDataLst>
          </p:nvPr>
        </p:nvSpPr>
        <p:spPr>
          <a:xfrm>
            <a:off x="696595" y="1244600"/>
            <a:ext cx="5253990" cy="4749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j-ea"/>
                <a:cs typeface="MiSans Heavy" panose="00000A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3" name="标题"/>
          <p:cNvSpPr txBox="1">
            <a:spLocks noGrp="1"/>
          </p:cNvSpPr>
          <p:nvPr>
            <p:ph type="title" idx="4"/>
            <p:custDataLst>
              <p:tags r:id="rId6"/>
            </p:custDataLst>
          </p:nvPr>
        </p:nvSpPr>
        <p:spPr>
          <a:xfrm>
            <a:off x="869315" y="523875"/>
            <a:ext cx="10626090" cy="583565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2" name="矩形 11"/>
          <p:cNvSpPr/>
          <p:nvPr userDrawn="1">
            <p:custDataLst>
              <p:tags r:id="rId7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11" name="正文"/>
          <p:cNvSpPr txBox="1">
            <a:spLocks noGrp="1"/>
          </p:cNvSpPr>
          <p:nvPr>
            <p:ph idx="2"/>
            <p:custDataLst>
              <p:tags r:id="rId8"/>
            </p:custDataLst>
          </p:nvPr>
        </p:nvSpPr>
        <p:spPr>
          <a:xfrm>
            <a:off x="6235065" y="1719580"/>
            <a:ext cx="5260975" cy="445643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0" name="正文"/>
          <p:cNvSpPr txBox="1">
            <a:spLocks noGrp="1"/>
          </p:cNvSpPr>
          <p:nvPr>
            <p:ph idx="1"/>
            <p:custDataLst>
              <p:tags r:id="rId9"/>
            </p:custDataLst>
          </p:nvPr>
        </p:nvSpPr>
        <p:spPr>
          <a:xfrm>
            <a:off x="696595" y="1719580"/>
            <a:ext cx="5253990" cy="445643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86435" y="6356350"/>
            <a:ext cx="2894965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88544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标题"/>
          <p:cNvSpPr txBox="1">
            <a:spLocks noGrp="1"/>
          </p:cNvSpPr>
          <p:nvPr>
            <p:ph type="title" idx="2"/>
            <p:custDataLst>
              <p:tags r:id="rId4"/>
            </p:custDataLst>
          </p:nvPr>
        </p:nvSpPr>
        <p:spPr>
          <a:xfrm>
            <a:off x="869315" y="523875"/>
            <a:ext cx="10626090" cy="583565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8" name="矩形 7"/>
          <p:cNvSpPr/>
          <p:nvPr userDrawn="1">
            <p:custDataLst>
              <p:tags r:id="rId5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9135" y="6356350"/>
            <a:ext cx="2882265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886075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正文"/>
          <p:cNvSpPr txBox="1"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95960" y="6356350"/>
            <a:ext cx="288544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88544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副标题"/>
          <p:cNvSpPr txBox="1">
            <a:spLocks noGrp="1"/>
          </p:cNvSpPr>
          <p:nvPr>
            <p:ph type="body" idx="3" hasCustomPrompt="1"/>
            <p:custDataLst>
              <p:tags r:id="rId4"/>
            </p:custDataLst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3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Heavy" panose="00000A00000000000000" charset="-122"/>
              </a:defRPr>
            </a:lvl1pPr>
          </a:lstStyle>
          <a:p>
            <a:pPr lvl="0" algn="l"/>
            <a:r>
              <a:rPr dirty="0">
                <a:sym typeface="+mn-ea"/>
              </a:rPr>
              <a:t>单击此处编辑母版副标题样式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2"/>
            <p:custDataLst>
              <p:tags r:id="rId5"/>
            </p:custDataLst>
          </p:nvPr>
        </p:nvSpPr>
        <p:spPr>
          <a:xfrm>
            <a:off x="869315" y="523875"/>
            <a:ext cx="10626090" cy="583565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8" name="矩形 7"/>
          <p:cNvSpPr/>
          <p:nvPr userDrawn="1">
            <p:custDataLst>
              <p:tags r:id="rId6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99770" y="6356350"/>
            <a:ext cx="288163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886075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VCG41N1410470348" descr="雪地上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5" r="83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4"/>
            </p:custDataLst>
          </p:nvPr>
        </p:nvSpPr>
        <p:spPr>
          <a:xfrm>
            <a:off x="904875" y="1714500"/>
            <a:ext cx="7571105" cy="193421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7" name="署名"/>
          <p:cNvSpPr txBox="1">
            <a:spLocks noGrp="1"/>
          </p:cNvSpPr>
          <p:nvPr>
            <p:ph type="body" idx="1" hasCustomPrompt="1"/>
            <p:custDataLst>
              <p:tags r:id="rId5"/>
            </p:custDataLst>
          </p:nvPr>
        </p:nvSpPr>
        <p:spPr>
          <a:xfrm>
            <a:off x="904875" y="3999865"/>
            <a:ext cx="2019300" cy="48387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effectLst/>
        </p:spPr>
        <p:txBody>
          <a:bodyPr vert="horz" wrap="square" lIns="0" tIns="0" rIns="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1" i="0" u="none" strike="noStrike" kern="1200" cap="none" spc="0" normalizeH="0" baseline="0" noProof="1" dirty="0">
                <a:solidFill>
                  <a:srgbClr val="FFFFFF"/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dirty="0">
                <a:sym typeface="+mn-ea"/>
              </a:rPr>
              <a:t>单击此处编辑文本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tags" Target="../tags/tag82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81.xml"/><Relationship Id="rId18" Type="http://schemas.openxmlformats.org/officeDocument/2006/relationships/tags" Target="../tags/tag80.xml"/><Relationship Id="rId17" Type="http://schemas.openxmlformats.org/officeDocument/2006/relationships/tags" Target="../tags/tag79.xml"/><Relationship Id="rId16" Type="http://schemas.openxmlformats.org/officeDocument/2006/relationships/tags" Target="../tags/tag78.xml"/><Relationship Id="rId15" Type="http://schemas.openxmlformats.org/officeDocument/2006/relationships/tags" Target="../tags/tag77.xml"/><Relationship Id="rId14" Type="http://schemas.openxmlformats.org/officeDocument/2006/relationships/tags" Target="../tags/tag76.xml"/><Relationship Id="rId13" Type="http://schemas.openxmlformats.org/officeDocument/2006/relationships/image" Target="../media/image1.jpeg"/><Relationship Id="rId12" Type="http://schemas.openxmlformats.org/officeDocument/2006/relationships/tags" Target="../tags/tag75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2.xml"/><Relationship Id="rId20" Type="http://schemas.openxmlformats.org/officeDocument/2006/relationships/tags" Target="../tags/tag164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63.xml"/><Relationship Id="rId18" Type="http://schemas.openxmlformats.org/officeDocument/2006/relationships/tags" Target="../tags/tag162.xml"/><Relationship Id="rId17" Type="http://schemas.openxmlformats.org/officeDocument/2006/relationships/tags" Target="../tags/tag161.xml"/><Relationship Id="rId16" Type="http://schemas.openxmlformats.org/officeDocument/2006/relationships/tags" Target="../tags/tag160.xml"/><Relationship Id="rId15" Type="http://schemas.openxmlformats.org/officeDocument/2006/relationships/tags" Target="../tags/tag159.xml"/><Relationship Id="rId14" Type="http://schemas.openxmlformats.org/officeDocument/2006/relationships/tags" Target="../tags/tag158.xml"/><Relationship Id="rId13" Type="http://schemas.openxmlformats.org/officeDocument/2006/relationships/image" Target="../media/image1.jpeg"/><Relationship Id="rId12" Type="http://schemas.openxmlformats.org/officeDocument/2006/relationships/tags" Target="../tags/tag157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雪地上&#10;&#10;中度可信度描述已自动生成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 rotWithShape="1">
          <a:blip r:embed="rId1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矩形 7"/>
          <p:cNvSpPr/>
          <p:nvPr userDrawn="1">
            <p:custDataLst>
              <p:tags r:id="rId14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标题占位符 8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</p:spPr>
        <p:txBody>
          <a:bodyPr vert="horz" wrap="square" lIns="91440" tIns="0" rIns="91440" bIns="0" rtlCol="0" anchor="b" anchorCtr="0">
            <a:normAutofit/>
          </a:bodyPr>
          <a:lstStyle/>
          <a:p>
            <a:pPr marL="0" marR="0" lvl="0" fontAlgn="auto">
              <a:lnSpc>
                <a:spcPct val="100000"/>
              </a:lnSpc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zh-CN" altLang="en-US" sz="3200" b="1" i="0" u="none" strike="noStrike" kern="1200" cap="none" spc="0" normalizeH="0" baseline="0" dirty="0" smtClean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0" lang="zh-CN" altLang="en-US" sz="1800" b="0" i="0" u="none" strike="noStrike" kern="1200" cap="none" spc="150" normalizeH="0" baseline="0" noProof="1" dirty="0" smtClean="0">
          <a:ln>
            <a:noFill/>
            <a:prstDash val="sysDot"/>
          </a:ln>
          <a:solidFill>
            <a:schemeClr val="tx1">
              <a:lumMod val="75000"/>
              <a:lumOff val="25000"/>
            </a:schemeClr>
          </a:solidFill>
          <a:uFillTx/>
          <a:latin typeface="+mn-ea"/>
          <a:ea typeface="+mn-ea"/>
          <a:cs typeface="+mn-cs"/>
          <a:sym typeface="+mn-ea"/>
        </a:defRPr>
      </a:lvl1pPr>
      <a:lvl2pPr marL="6858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 smtClean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2pPr>
      <a:lvl3pPr marL="11430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 smtClean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3pPr>
      <a:lvl4pPr marL="16002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 smtClean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4pPr>
      <a:lvl5pPr marL="20574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雪地上&#10;&#10;中度可信度描述已自动生成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 rotWithShape="1">
          <a:blip r:embed="rId1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矩形 7"/>
          <p:cNvSpPr/>
          <p:nvPr userDrawn="1">
            <p:custDataLst>
              <p:tags r:id="rId14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标题占位符 8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</p:spPr>
        <p:txBody>
          <a:bodyPr vert="horz" wrap="square" lIns="91440" tIns="0" rIns="91440" bIns="0" rtlCol="0" anchor="b" anchorCtr="0">
            <a:normAutofit/>
          </a:bodyPr>
          <a:lstStyle/>
          <a:p>
            <a:pPr marL="0" marR="0" lvl="0" fontAlgn="auto">
              <a:lnSpc>
                <a:spcPct val="100000"/>
              </a:lnSpc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zh-CN" altLang="en-US" sz="3200" b="1" i="0" u="none" strike="noStrike" kern="1200" cap="none" spc="0" normalizeH="0" baseline="0" dirty="0" smtClean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0" lang="zh-CN" altLang="en-US" sz="1800" b="0" i="0" u="none" strike="noStrike" kern="1200" cap="none" spc="150" normalizeH="0" baseline="0" noProof="1" dirty="0" smtClean="0">
          <a:ln>
            <a:noFill/>
            <a:prstDash val="sysDot"/>
          </a:ln>
          <a:solidFill>
            <a:schemeClr val="tx1">
              <a:lumMod val="75000"/>
              <a:lumOff val="25000"/>
            </a:schemeClr>
          </a:solidFill>
          <a:uFillTx/>
          <a:latin typeface="+mn-ea"/>
          <a:ea typeface="+mn-ea"/>
          <a:cs typeface="+mn-cs"/>
          <a:sym typeface="+mn-ea"/>
        </a:defRPr>
      </a:lvl1pPr>
      <a:lvl2pPr marL="6858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 smtClean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2pPr>
      <a:lvl3pPr marL="11430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 smtClean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3pPr>
      <a:lvl4pPr marL="16002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 smtClean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4pPr>
      <a:lvl5pPr marL="20574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67.xml"/><Relationship Id="rId2" Type="http://schemas.openxmlformats.org/officeDocument/2006/relationships/tags" Target="../tags/tag166.xml"/><Relationship Id="rId1" Type="http://schemas.openxmlformats.org/officeDocument/2006/relationships/tags" Target="../tags/tag165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4.xml"/><Relationship Id="rId3" Type="http://schemas.openxmlformats.org/officeDocument/2006/relationships/tags" Target="../tags/tag170.xml"/><Relationship Id="rId2" Type="http://schemas.openxmlformats.org/officeDocument/2006/relationships/tags" Target="../tags/tag169.xml"/><Relationship Id="rId1" Type="http://schemas.openxmlformats.org/officeDocument/2006/relationships/tags" Target="../tags/tag168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73.xml"/><Relationship Id="rId4" Type="http://schemas.openxmlformats.org/officeDocument/2006/relationships/image" Target="../media/image6.png"/><Relationship Id="rId3" Type="http://schemas.openxmlformats.org/officeDocument/2006/relationships/tags" Target="../tags/tag172.xml"/><Relationship Id="rId2" Type="http://schemas.openxmlformats.org/officeDocument/2006/relationships/image" Target="../media/image5.png"/><Relationship Id="rId1" Type="http://schemas.openxmlformats.org/officeDocument/2006/relationships/tags" Target="../tags/tag171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76.xml"/><Relationship Id="rId4" Type="http://schemas.openxmlformats.org/officeDocument/2006/relationships/image" Target="../media/image8.png"/><Relationship Id="rId3" Type="http://schemas.openxmlformats.org/officeDocument/2006/relationships/tags" Target="../tags/tag175.xml"/><Relationship Id="rId2" Type="http://schemas.openxmlformats.org/officeDocument/2006/relationships/image" Target="../media/image7.png"/><Relationship Id="rId1" Type="http://schemas.openxmlformats.org/officeDocument/2006/relationships/tags" Target="../tags/tag174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79.xml"/><Relationship Id="rId4" Type="http://schemas.openxmlformats.org/officeDocument/2006/relationships/image" Target="../media/image10.png"/><Relationship Id="rId3" Type="http://schemas.openxmlformats.org/officeDocument/2006/relationships/tags" Target="../tags/tag178.xml"/><Relationship Id="rId2" Type="http://schemas.openxmlformats.org/officeDocument/2006/relationships/image" Target="../media/image9.png"/><Relationship Id="rId1" Type="http://schemas.openxmlformats.org/officeDocument/2006/relationships/tags" Target="../tags/tag177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82.xml"/><Relationship Id="rId3" Type="http://schemas.openxmlformats.org/officeDocument/2006/relationships/tags" Target="../tags/tag181.xml"/><Relationship Id="rId2" Type="http://schemas.openxmlformats.org/officeDocument/2006/relationships/image" Target="../media/image11.png"/><Relationship Id="rId1" Type="http://schemas.openxmlformats.org/officeDocument/2006/relationships/tags" Target="../tags/tag180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85.xml"/><Relationship Id="rId4" Type="http://schemas.openxmlformats.org/officeDocument/2006/relationships/image" Target="../media/image12.png"/><Relationship Id="rId3" Type="http://schemas.openxmlformats.org/officeDocument/2006/relationships/tags" Target="../tags/tag184.xml"/><Relationship Id="rId2" Type="http://schemas.openxmlformats.org/officeDocument/2006/relationships/image" Target="../media/image11.png"/><Relationship Id="rId1" Type="http://schemas.openxmlformats.org/officeDocument/2006/relationships/tags" Target="../tags/tag183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88.xml"/><Relationship Id="rId3" Type="http://schemas.openxmlformats.org/officeDocument/2006/relationships/image" Target="../media/image13.png"/><Relationship Id="rId2" Type="http://schemas.openxmlformats.org/officeDocument/2006/relationships/tags" Target="../tags/tag187.xml"/><Relationship Id="rId1" Type="http://schemas.openxmlformats.org/officeDocument/2006/relationships/tags" Target="../tags/tag186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91.xml"/><Relationship Id="rId4" Type="http://schemas.openxmlformats.org/officeDocument/2006/relationships/image" Target="../media/image15.png"/><Relationship Id="rId3" Type="http://schemas.openxmlformats.org/officeDocument/2006/relationships/tags" Target="../tags/tag190.xml"/><Relationship Id="rId2" Type="http://schemas.openxmlformats.org/officeDocument/2006/relationships/image" Target="../media/image14.png"/><Relationship Id="rId1" Type="http://schemas.openxmlformats.org/officeDocument/2006/relationships/tags" Target="../tags/tag189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94.xml"/><Relationship Id="rId4" Type="http://schemas.openxmlformats.org/officeDocument/2006/relationships/image" Target="../media/image17.webp"/><Relationship Id="rId3" Type="http://schemas.openxmlformats.org/officeDocument/2006/relationships/tags" Target="../tags/tag193.xml"/><Relationship Id="rId2" Type="http://schemas.openxmlformats.org/officeDocument/2006/relationships/image" Target="../media/image16.png"/><Relationship Id="rId1" Type="http://schemas.openxmlformats.org/officeDocument/2006/relationships/tags" Target="../tags/tag192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97.xml"/><Relationship Id="rId3" Type="http://schemas.openxmlformats.org/officeDocument/2006/relationships/image" Target="../media/image18.png"/><Relationship Id="rId2" Type="http://schemas.openxmlformats.org/officeDocument/2006/relationships/tags" Target="../tags/tag196.xml"/><Relationship Id="rId1" Type="http://schemas.openxmlformats.org/officeDocument/2006/relationships/tags" Target="../tags/tag195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200.xml"/><Relationship Id="rId4" Type="http://schemas.openxmlformats.org/officeDocument/2006/relationships/image" Target="../media/image20.png"/><Relationship Id="rId3" Type="http://schemas.openxmlformats.org/officeDocument/2006/relationships/tags" Target="../tags/tag199.xml"/><Relationship Id="rId2" Type="http://schemas.openxmlformats.org/officeDocument/2006/relationships/image" Target="../media/image19.png"/><Relationship Id="rId1" Type="http://schemas.openxmlformats.org/officeDocument/2006/relationships/tags" Target="../tags/tag198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203.xml"/><Relationship Id="rId4" Type="http://schemas.openxmlformats.org/officeDocument/2006/relationships/image" Target="../media/image22.webp"/><Relationship Id="rId3" Type="http://schemas.openxmlformats.org/officeDocument/2006/relationships/image" Target="../media/image21.png"/><Relationship Id="rId2" Type="http://schemas.openxmlformats.org/officeDocument/2006/relationships/tags" Target="../tags/tag202.xml"/><Relationship Id="rId1" Type="http://schemas.openxmlformats.org/officeDocument/2006/relationships/tags" Target="../tags/tag201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206.xml"/><Relationship Id="rId5" Type="http://schemas.openxmlformats.org/officeDocument/2006/relationships/image" Target="../media/image25.webp"/><Relationship Id="rId4" Type="http://schemas.openxmlformats.org/officeDocument/2006/relationships/image" Target="../media/image24.png"/><Relationship Id="rId3" Type="http://schemas.openxmlformats.org/officeDocument/2006/relationships/tags" Target="../tags/tag205.xml"/><Relationship Id="rId2" Type="http://schemas.openxmlformats.org/officeDocument/2006/relationships/image" Target="../media/image23.png"/><Relationship Id="rId1" Type="http://schemas.openxmlformats.org/officeDocument/2006/relationships/tags" Target="../tags/tag204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209.xml"/><Relationship Id="rId2" Type="http://schemas.openxmlformats.org/officeDocument/2006/relationships/tags" Target="../tags/tag208.xml"/><Relationship Id="rId1" Type="http://schemas.openxmlformats.org/officeDocument/2006/relationships/tags" Target="../tags/tag207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12.xml"/><Relationship Id="rId2" Type="http://schemas.openxmlformats.org/officeDocument/2006/relationships/tags" Target="../tags/tag211.xml"/><Relationship Id="rId1" Type="http://schemas.openxmlformats.org/officeDocument/2006/relationships/tags" Target="../tags/tag210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15.xml"/><Relationship Id="rId3" Type="http://schemas.openxmlformats.org/officeDocument/2006/relationships/image" Target="../media/image26.png"/><Relationship Id="rId2" Type="http://schemas.openxmlformats.org/officeDocument/2006/relationships/tags" Target="../tags/tag214.xml"/><Relationship Id="rId1" Type="http://schemas.openxmlformats.org/officeDocument/2006/relationships/tags" Target="../tags/tag213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18.xml"/><Relationship Id="rId2" Type="http://schemas.openxmlformats.org/officeDocument/2006/relationships/tags" Target="../tags/tag217.xml"/><Relationship Id="rId1" Type="http://schemas.openxmlformats.org/officeDocument/2006/relationships/tags" Target="../tags/tag216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21.xml"/><Relationship Id="rId3" Type="http://schemas.openxmlformats.org/officeDocument/2006/relationships/image" Target="../media/image27.png"/><Relationship Id="rId2" Type="http://schemas.openxmlformats.org/officeDocument/2006/relationships/tags" Target="../tags/tag220.xml"/><Relationship Id="rId1" Type="http://schemas.openxmlformats.org/officeDocument/2006/relationships/tags" Target="../tags/tag219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25.xml"/><Relationship Id="rId3" Type="http://schemas.openxmlformats.org/officeDocument/2006/relationships/tags" Target="../tags/tag224.xml"/><Relationship Id="rId2" Type="http://schemas.openxmlformats.org/officeDocument/2006/relationships/tags" Target="../tags/tag223.xml"/><Relationship Id="rId1" Type="http://schemas.openxmlformats.org/officeDocument/2006/relationships/tags" Target="../tags/tag222.xml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228.xml"/><Relationship Id="rId4" Type="http://schemas.openxmlformats.org/officeDocument/2006/relationships/image" Target="../media/image29.png"/><Relationship Id="rId3" Type="http://schemas.openxmlformats.org/officeDocument/2006/relationships/tags" Target="../tags/tag227.xml"/><Relationship Id="rId2" Type="http://schemas.openxmlformats.org/officeDocument/2006/relationships/image" Target="../media/image28.png"/><Relationship Id="rId1" Type="http://schemas.openxmlformats.org/officeDocument/2006/relationships/tags" Target="../tags/tag226.xml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231.xml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tags" Target="../tags/tag230.xml"/><Relationship Id="rId1" Type="http://schemas.openxmlformats.org/officeDocument/2006/relationships/tags" Target="../tags/tag229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34.xml"/><Relationship Id="rId2" Type="http://schemas.openxmlformats.org/officeDocument/2006/relationships/tags" Target="../tags/tag233.xml"/><Relationship Id="rId1" Type="http://schemas.openxmlformats.org/officeDocument/2006/relationships/tags" Target="../tags/tag232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37.xml"/><Relationship Id="rId3" Type="http://schemas.openxmlformats.org/officeDocument/2006/relationships/image" Target="../media/image32.png"/><Relationship Id="rId2" Type="http://schemas.openxmlformats.org/officeDocument/2006/relationships/tags" Target="../tags/tag236.xml"/><Relationship Id="rId1" Type="http://schemas.openxmlformats.org/officeDocument/2006/relationships/tags" Target="../tags/tag235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40.xml"/><Relationship Id="rId3" Type="http://schemas.openxmlformats.org/officeDocument/2006/relationships/image" Target="../media/image33.emf"/><Relationship Id="rId2" Type="http://schemas.openxmlformats.org/officeDocument/2006/relationships/tags" Target="../tags/tag239.xml"/><Relationship Id="rId1" Type="http://schemas.openxmlformats.org/officeDocument/2006/relationships/tags" Target="../tags/tag238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43.xml"/><Relationship Id="rId3" Type="http://schemas.openxmlformats.org/officeDocument/2006/relationships/image" Target="../media/image34.emf"/><Relationship Id="rId2" Type="http://schemas.openxmlformats.org/officeDocument/2006/relationships/tags" Target="../tags/tag242.xml"/><Relationship Id="rId1" Type="http://schemas.openxmlformats.org/officeDocument/2006/relationships/tags" Target="../tags/tag24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1.xml"/><Relationship Id="rId3" Type="http://schemas.openxmlformats.org/officeDocument/2006/relationships/tags" Target="../tags/tag246.xml"/><Relationship Id="rId2" Type="http://schemas.openxmlformats.org/officeDocument/2006/relationships/tags" Target="../tags/tag245.xml"/><Relationship Id="rId1" Type="http://schemas.openxmlformats.org/officeDocument/2006/relationships/tags" Target="../tags/tag2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3"/>
            <p:custDataLst>
              <p:tags r:id="rId1"/>
            </p:custDataLst>
          </p:nvPr>
        </p:nvSpPr>
        <p:spPr>
          <a:xfrm>
            <a:off x="904875" y="3999865"/>
            <a:ext cx="2111375" cy="647700"/>
          </a:xfrm>
        </p:spPr>
        <p:txBody>
          <a:bodyPr/>
          <a:lstStyle/>
          <a:p>
            <a:r>
              <a:rPr lang="zh-CN" altLang="en-US" sz="1800"/>
              <a:t>汇报人：</a:t>
            </a:r>
            <a:r>
              <a:rPr lang="en-US" altLang="zh-CN" sz="1800"/>
              <a:t>J</a:t>
            </a:r>
            <a:r>
              <a:rPr lang="en-US" altLang="zh-CN" sz="1800"/>
              <a:t>ebert</a:t>
            </a:r>
            <a:endParaRPr lang="en-US" altLang="zh-CN" sz="1800"/>
          </a:p>
        </p:txBody>
      </p:sp>
      <p:sp>
        <p:nvSpPr>
          <p:cNvPr id="3" name="标题 2"/>
          <p:cNvSpPr>
            <a:spLocks noGrp="1"/>
          </p:cNvSpPr>
          <p:nvPr>
            <p:ph type="title" idx="2"/>
            <p:custDataLst>
              <p:tags r:id="rId2"/>
            </p:custDataLst>
          </p:nvPr>
        </p:nvSpPr>
        <p:spPr>
          <a:xfrm>
            <a:off x="904875" y="2458720"/>
            <a:ext cx="10226040" cy="1699895"/>
          </a:xfrm>
        </p:spPr>
        <p:txBody>
          <a:bodyPr>
            <a:normAutofit fontScale="90000"/>
          </a:bodyPr>
          <a:lstStyle/>
          <a:p>
            <a:r>
              <a:rPr lang="en-US" altLang="zh-CN"/>
              <a:t>Attention Is All You Need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Part One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/>
              <a:t>Transformer</a:t>
            </a:r>
            <a:r>
              <a:t>架构</a:t>
            </a: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1"/>
          <p:cNvPicPr>
            <a:picLocks noChangeAspect="1"/>
          </p:cNvPicPr>
          <p:nvPr>
            <p:ph idx="3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56285" y="1235710"/>
            <a:ext cx="4446270" cy="49307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标题 2"/>
          <p:cNvSpPr>
            <a:spLocks noGrp="1"/>
          </p:cNvSpPr>
          <p:nvPr>
            <p:ph type="title" idx="2"/>
            <p:custDataLst>
              <p:tags r:id="rId3"/>
            </p:custDataLst>
          </p:nvPr>
        </p:nvSpPr>
        <p:spPr/>
        <p:txBody>
          <a:bodyPr/>
          <a:p>
            <a:r>
              <a:t>模型</a:t>
            </a:r>
            <a:r>
              <a:t>架构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5340350" y="1005205"/>
            <a:ext cx="5635625" cy="3644900"/>
            <a:chOff x="8215" y="3045"/>
            <a:chExt cx="8875" cy="5740"/>
          </a:xfrm>
        </p:grpSpPr>
        <p:pic>
          <p:nvPicPr>
            <p:cNvPr id="6" name="图片 5"/>
            <p:cNvPicPr/>
            <p:nvPr/>
          </p:nvPicPr>
          <p:blipFill>
            <a:blip r:embed="rId4"/>
            <a:srcRect l="55331" t="7109" r="-1168" b="9478"/>
            <a:stretch>
              <a:fillRect/>
            </a:stretch>
          </p:blipFill>
          <p:spPr>
            <a:xfrm>
              <a:off x="13010" y="3864"/>
              <a:ext cx="4080" cy="482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" name="图片 6"/>
            <p:cNvPicPr/>
            <p:nvPr/>
          </p:nvPicPr>
          <p:blipFill>
            <a:blip r:embed="rId4"/>
            <a:srcRect t="-6754" r="43753" b="8033"/>
            <a:stretch>
              <a:fillRect/>
            </a:stretch>
          </p:blipFill>
          <p:spPr>
            <a:xfrm>
              <a:off x="8215" y="3045"/>
              <a:ext cx="5065" cy="5740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ChangeAspect="1"/>
          </p:cNvPicPr>
          <p:nvPr>
            <p:ph idx="3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91565" y="1442720"/>
            <a:ext cx="3154680" cy="4267200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title" idx="2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/>
              <a:t>Embedding</a:t>
            </a:r>
            <a:r>
              <a:t>嵌入层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144010" y="1107440"/>
            <a:ext cx="7203440" cy="56241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文字</a:t>
            </a:r>
            <a:r>
              <a:rPr lang="en-US" altLang="zh-CN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-&gt;id-&gt;</a:t>
            </a:r>
            <a:r>
              <a:rPr lang="zh-CN" altLang="en-US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张量矩阵</a:t>
            </a:r>
            <a:endParaRPr lang="zh-CN" altLang="en-US" b="1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文字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-&gt;id: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就是在语料上训练好的“子词→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ID”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字典中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(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分词器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)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，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将文本切成子词后查表即得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ID；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例如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GPT-2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使用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tiktoken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库，代码中通过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tiktoken.get_encoding("gpt2")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即可将文本转为对应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ID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序列。</a:t>
            </a:r>
            <a:endParaRPr lang="en-US" altLang="zh-CN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id-&gt;</a:t>
            </a:r>
            <a:r>
              <a:rPr lang="zh-CN" altLang="en-US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张量原理：通过</a:t>
            </a:r>
            <a:r>
              <a:rPr lang="en-US" altLang="zh-CN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id</a:t>
            </a:r>
            <a:r>
              <a:rPr lang="zh-CN" altLang="en-US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检索词汇表中的向量</a:t>
            </a:r>
            <a:endParaRPr lang="zh-CN" altLang="en-US" b="1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endParaRPr lang="zh-CN" altLang="en-US" b="1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3326765"/>
            <a:ext cx="6359525" cy="340487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3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92505" y="1287780"/>
            <a:ext cx="2994660" cy="428244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 idx="2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位置编码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144770" y="1108075"/>
            <a:ext cx="6151245" cy="5749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fontAlgn="auto">
              <a:lnSpc>
                <a:spcPct val="100000"/>
              </a:lnSpc>
            </a:pP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位置编码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:</a:t>
            </a:r>
            <a:endParaRPr lang="en-US" altLang="zh-CN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 lvl="1" fontAlgn="auto">
              <a:lnSpc>
                <a:spcPct val="100000"/>
              </a:lnSpc>
            </a:pP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输入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: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张量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(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自身编码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,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也就是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id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在嵌入层对应好的张量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)</a:t>
            </a: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 lvl="1" fontAlgn="auto">
              <a:lnSpc>
                <a:spcPct val="100000"/>
              </a:lnSpc>
            </a:pP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输出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:</a:t>
            </a:r>
            <a:r>
              <a:rPr lang="zh-CN" altLang="en-US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张量</a:t>
            </a:r>
            <a:r>
              <a:rPr lang="en-US" altLang="zh-CN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(</a:t>
            </a:r>
            <a:r>
              <a:rPr lang="zh-CN" altLang="en-US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自身编码</a:t>
            </a:r>
            <a:r>
              <a:rPr lang="en-US" altLang="zh-CN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+</a:t>
            </a:r>
            <a:r>
              <a:rPr lang="zh-CN" altLang="en-US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位置编码</a:t>
            </a:r>
            <a:r>
              <a:rPr lang="en-US" altLang="zh-CN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)</a:t>
            </a: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 lvl="1" fontAlgn="auto">
              <a:lnSpc>
                <a:spcPct val="100000"/>
              </a:lnSpc>
            </a:pP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位置原理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: 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自身编码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+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位置编码</a:t>
            </a: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 lvl="1" indent="457200" fontAlgn="auto">
              <a:lnSpc>
                <a:spcPct val="100000"/>
              </a:lnSpc>
            </a:pP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位置编码公式如下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:</a:t>
            </a:r>
            <a:endParaRPr lang="en-US" altLang="zh-CN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 lvl="1" indent="457200" fontAlgn="auto">
              <a:lnSpc>
                <a:spcPct val="100000"/>
              </a:lnSpc>
            </a:pP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P E(pos,2i) = sin(pos/10000</a:t>
            </a:r>
            <a:r>
              <a:rPr lang="en-US" altLang="zh-CN" baseline="300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2i/dmodel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)</a:t>
            </a:r>
            <a:endParaRPr lang="en-US" altLang="zh-CN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 lvl="1" indent="457200" fontAlgn="auto">
              <a:lnSpc>
                <a:spcPct val="100000"/>
              </a:lnSpc>
            </a:pP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P E(pos,2i+1) = cos(pos/10000</a:t>
            </a:r>
            <a:r>
              <a:rPr lang="en-US" altLang="zh-CN" baseline="300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2i/dmodel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)</a:t>
            </a:r>
            <a:endParaRPr lang="en-US" altLang="zh-CN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endParaRPr lang="en-US" altLang="zh-CN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endParaRPr lang="en-US" altLang="zh-CN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4770" y="3079115"/>
            <a:ext cx="3959225" cy="345249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3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69315" y="1245235"/>
            <a:ext cx="3599180" cy="4930775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 idx="2"/>
            <p:custDataLst>
              <p:tags r:id="rId3"/>
            </p:custDataLst>
          </p:nvPr>
        </p:nvSpPr>
        <p:spPr/>
        <p:txBody>
          <a:bodyPr/>
          <a:p>
            <a:r>
              <a:rPr lang="en-US" altLang="zh-CN"/>
              <a:t>attention(</a:t>
            </a:r>
            <a:r>
              <a:rPr lang="zh-CN" altLang="en-US"/>
              <a:t>注意力机制</a:t>
            </a:r>
            <a:r>
              <a:rPr lang="en-US" altLang="zh-CN"/>
              <a:t>)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5534660" y="1308735"/>
            <a:ext cx="5350510" cy="5083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我的理解：看文章做题，往往在看长文章的时候不会阅读全文，而是结合问题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(query)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关注特定的关键词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(key)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选出答案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(value)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。</a:t>
            </a:r>
            <a:endParaRPr lang="en-US" altLang="zh-CN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query: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带着问题读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,eg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：大象住在哪里，大象吃什么。</a:t>
            </a: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key: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关键词或标签，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eg: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非洲和亚洲这两个地点。</a:t>
            </a: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value:key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选择最匹配的词汇，当然也可以与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key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是相同的。</a:t>
            </a: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数学上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: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用问题(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Query)，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去和文章中每句话的标签(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Key)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进行匹配，看看哪个最相关。哪个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Key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匹配度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高，就说明它对应的信息(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Value)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更重要。</a:t>
            </a: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如何理解相关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: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假设有两个二维向量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a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和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b,a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与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b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的点积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a·b=|a|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×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|b|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×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cosα,α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越小数值越大，说明两个向量越重合。</a:t>
            </a: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3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69315" y="1245235"/>
            <a:ext cx="3599180" cy="4930775"/>
          </a:xfrm>
          <a:prstGeom prst="rect">
            <a:avLst/>
          </a:prstGeom>
          <a:ln>
            <a:noFill/>
            <a:prstDash val="sysDash"/>
          </a:ln>
        </p:spPr>
      </p:pic>
      <p:sp>
        <p:nvSpPr>
          <p:cNvPr id="3" name="标题 2"/>
          <p:cNvSpPr>
            <a:spLocks noGrp="1"/>
          </p:cNvSpPr>
          <p:nvPr>
            <p:ph type="title" idx="2"/>
            <p:custDataLst>
              <p:tags r:id="rId3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self-attention(</a:t>
            </a:r>
            <a:r>
              <a:rPr>
                <a:sym typeface="+mn-ea"/>
              </a:rPr>
              <a:t>自注意力机制</a:t>
            </a:r>
            <a:r>
              <a:rPr lang="en-US" altLang="zh-CN">
                <a:sym typeface="+mn-ea"/>
              </a:rPr>
              <a:t>)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421630" y="1245870"/>
            <a:ext cx="6326505" cy="5268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对于自注意力机制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: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可以想象没有提问者的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query,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我们只有原文，通过判断句子的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匹配度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，可以自己出问题，然后自己从原文中找答案。</a:t>
            </a: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所以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,q,k,v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矩阵皆来自于自己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(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原文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),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而非出题的人提问。</a:t>
            </a: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也就是说：</a:t>
            </a: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+mn-ea"/>
            </a:endParaRPr>
          </a:p>
          <a:p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self-attention 比 attention 约束条件多了两个： </a:t>
            </a: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+mn-ea"/>
            </a:endParaRPr>
          </a:p>
          <a:p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(1) Q=K=V（</a:t>
            </a:r>
            <a:r>
              <a:rPr lang="zh-CN" altLang="en-US">
                <a:highlight>
                  <a:srgbClr val="FFFF00"/>
                </a:highlight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同源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） </a:t>
            </a: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+mn-ea"/>
            </a:endParaRPr>
          </a:p>
          <a:p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(2) Q,K,V需要遵循attention的做法</a:t>
            </a: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同时值得一提的是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QKV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可并行运算。</a:t>
            </a: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4975" y="3924935"/>
            <a:ext cx="5006975" cy="248539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3"/>
            <p:custDataLst>
              <p:tags r:id="rId1"/>
            </p:custDataLst>
          </p:nvPr>
        </p:nvSpPr>
        <p:spPr>
          <a:xfrm>
            <a:off x="695325" y="1245235"/>
            <a:ext cx="10800715" cy="5259070"/>
          </a:xfrm>
        </p:spPr>
        <p:txBody>
          <a:bodyPr/>
          <a:p>
            <a:pPr marL="0" indent="0">
              <a:buNone/>
            </a:pPr>
            <a:r>
              <a:rPr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假设有个句子</a:t>
            </a:r>
            <a:endParaRPr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Your journey starts with one step </a:t>
            </a:r>
            <a:endParaRPr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inputs = torch.tensor([</a:t>
            </a:r>
            <a:endParaRPr lang="en-US" altLang="zh-CN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    [0.2, 0.5, 0.3],   # Your    (x^1)</a:t>
            </a:r>
            <a:endParaRPr lang="en-US" altLang="zh-CN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    [0.4, 0.1, 0.8],   # journey (x^2)  </a:t>
            </a: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    [0.6, 0.2, 0.4],   # starts  (x^3)</a:t>
            </a:r>
            <a:endParaRPr lang="en-US" altLang="zh-CN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    [0.3, 0.7, 0.5],   # with    (x^4)</a:t>
            </a:r>
            <a:endParaRPr lang="en-US" altLang="zh-CN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    [0.1, 0.6, 0.9],   # one     (x^5)</a:t>
            </a:r>
            <a:endParaRPr lang="en-US" altLang="zh-CN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    [0.5, 0.4, 0.2],   # step    (x^6)</a:t>
            </a:r>
            <a:endParaRPr lang="en-US" altLang="zh-CN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])# shape: (6, 3)</a:t>
            </a:r>
            <a:endParaRPr lang="en-US" altLang="zh-CN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2"/>
            <p:custDataLst>
              <p:tags r:id="rId2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self-attention(</a:t>
            </a:r>
            <a:r>
              <a:rPr>
                <a:sym typeface="+mn-ea"/>
              </a:rPr>
              <a:t>自注意力机制</a:t>
            </a:r>
            <a:r>
              <a:rPr lang="en-US" altLang="zh-CN">
                <a:sym typeface="+mn-ea"/>
              </a:rPr>
              <a:t>)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995" y="1198245"/>
            <a:ext cx="5888355" cy="496824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3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73430" y="1383030"/>
            <a:ext cx="3265805" cy="4498975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 idx="2"/>
            <p:custDataLst>
              <p:tags r:id="rId3"/>
            </p:custDataLst>
          </p:nvPr>
        </p:nvSpPr>
        <p:spPr/>
        <p:txBody>
          <a:bodyPr/>
          <a:p>
            <a:r>
              <a:rPr lang="en-US" altLang="zh-CN"/>
              <a:t>Multi-Head Attention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4039235" y="1246505"/>
            <a:ext cx="8060055" cy="50603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多头注意力机制原理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: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以输入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(1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×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3)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，两个头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,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每个头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3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×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2</a:t>
            </a:r>
            <a:endParaRPr lang="en-US" altLang="zh-CN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endParaRPr lang="en-US" altLang="zh-CN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9235" y="1776095"/>
            <a:ext cx="7178675" cy="38766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3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29335" y="1430020"/>
            <a:ext cx="3409950" cy="4374515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 idx="2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多头注意力</a:t>
            </a:r>
            <a:r>
              <a:rPr lang="zh-CN" altLang="en-US"/>
              <a:t>掩码机制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927600" y="1429385"/>
            <a:ext cx="5843905" cy="49923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假设：举例做的任务是补全词。</a:t>
            </a: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因果掩码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: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预测下一个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token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仅考虑当前位置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和之前的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token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。</a:t>
            </a: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方法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: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让上三角的值为负无穷，这样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softmax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后上三角会变为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0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。</a:t>
            </a: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为什么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: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如果不加因果掩码，训练阶段模型可以利用未来 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token 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的信息辅助预测，损失会很低，导致推理失效。</a:t>
            </a: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为什么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encoder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不用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:Encoder 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不是用来生成，是理解整句话，推理的时候输入完整句子，训练也是完整句子，训练推理信息完全一样，不需要屏蔽未来。</a:t>
            </a: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endParaRPr lang="en-US" altLang="zh-CN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pic>
        <p:nvPicPr>
          <p:cNvPr id="6" name="图片 5"/>
          <p:cNvPicPr/>
          <p:nvPr/>
        </p:nvPicPr>
        <p:blipFill>
          <a:blip r:embed="rId4"/>
          <a:stretch>
            <a:fillRect/>
          </a:stretch>
        </p:blipFill>
        <p:spPr>
          <a:xfrm>
            <a:off x="4927600" y="4131945"/>
            <a:ext cx="5125085" cy="199898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2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多头注意力</a:t>
            </a:r>
            <a:r>
              <a:rPr lang="zh-CN" altLang="en-US"/>
              <a:t>代码数据流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465310" y="1245235"/>
            <a:ext cx="2480310" cy="4785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举例：</a:t>
            </a: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id(3,5)</a:t>
            </a:r>
            <a:endParaRPr lang="en-US" altLang="zh-CN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可理解为：</a:t>
            </a: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3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个句子</a:t>
            </a: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每个句子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5token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。</a:t>
            </a: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经过嵌入层：</a:t>
            </a: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eg(3,5,1024)</a:t>
            </a:r>
            <a:endParaRPr lang="en-US" altLang="zh-CN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3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个句子</a:t>
            </a: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每个句子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5token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。</a:t>
            </a: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每个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token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在词表由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1024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维向量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表示。</a:t>
            </a: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广播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机制：</a:t>
            </a: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先右对齐再扩充维度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再计算。</a:t>
            </a: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pic>
        <p:nvPicPr>
          <p:cNvPr id="18" name="内容占位符 17"/>
          <p:cNvPicPr>
            <a:picLocks noChangeAspect="1"/>
          </p:cNvPicPr>
          <p:nvPr>
            <p:ph idx="3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97560" y="1245235"/>
            <a:ext cx="8173720" cy="446532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3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69315" y="1381125"/>
            <a:ext cx="3710940" cy="426720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 idx="2"/>
            <p:custDataLst>
              <p:tags r:id="rId3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A</a:t>
            </a:r>
            <a:r>
              <a:rPr lang="en-US" altLang="zh-CN">
                <a:sym typeface="+mn-ea"/>
              </a:rPr>
              <a:t>dd&amp;Norm</a:t>
            </a:r>
            <a:endParaRPr lang="en-US" altLang="zh-CN"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4692650" y="1380490"/>
                <a:ext cx="7303135" cy="512191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indent="0" fontAlgn="auto">
                  <a:lnSpc>
                    <a:spcPct val="150000"/>
                  </a:lnSpc>
                </a:pPr>
                <a:r>
                  <a:rPr lang="en-US" altLang="zh-CN">
                    <a:latin typeface="Times New Roman" panose="02020603050405020304" charset="0"/>
                    <a:ea typeface="黑体" panose="02010609060101010101" charset="-122"/>
                    <a:cs typeface="Times New Roman" panose="02020603050405020304" charset="0"/>
                  </a:rPr>
                  <a:t>Add&amp;Norm:</a:t>
                </a:r>
                <a:endParaRPr lang="en-US" altLang="zh-CN"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endParaRPr>
              </a:p>
              <a:p>
                <a:pPr indent="0" fontAlgn="auto">
                  <a:lnSpc>
                    <a:spcPct val="150000"/>
                  </a:lnSpc>
                </a:pPr>
                <a:r>
                  <a:rPr lang="en-US" altLang="zh-CN">
                    <a:latin typeface="Times New Roman" panose="02020603050405020304" charset="0"/>
                    <a:ea typeface="黑体" panose="02010609060101010101" charset="-122"/>
                    <a:cs typeface="Times New Roman" panose="02020603050405020304" charset="0"/>
                  </a:rPr>
                  <a:t>Output=LayerNorm(x+MultiHead(x))</a:t>
                </a:r>
                <a:endParaRPr lang="en-US" altLang="zh-CN"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endParaRPr>
              </a:p>
              <a:p>
                <a:pPr indent="0" fontAlgn="auto">
                  <a:lnSpc>
                    <a:spcPct val="150000"/>
                  </a:lnSpc>
                </a:pPr>
                <a:endParaRPr lang="en-US" altLang="zh-CN"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endParaRPr>
              </a:p>
              <a:p>
                <a:pPr indent="0" fontAlgn="auto">
                  <a:lnSpc>
                    <a:spcPct val="150000"/>
                  </a:lnSpc>
                </a:pPr>
                <a:r>
                  <a:rPr lang="en-US" altLang="zh-CN">
                    <a:latin typeface="Times New Roman" panose="02020603050405020304" charset="0"/>
                    <a:ea typeface="黑体" panose="02010609060101010101" charset="-122"/>
                    <a:cs typeface="Times New Roman" panose="02020603050405020304" charset="0"/>
                  </a:rPr>
                  <a:t>Norm</a:t>
                </a:r>
                <a:r>
                  <a:rPr lang="zh-CN" altLang="en-US">
                    <a:latin typeface="Times New Roman" panose="02020603050405020304" charset="0"/>
                    <a:ea typeface="黑体" panose="02010609060101010101" charset="-122"/>
                    <a:cs typeface="Times New Roman" panose="02020603050405020304" charset="0"/>
                  </a:rPr>
                  <a:t>层归一化</a:t>
                </a:r>
                <a:r>
                  <a:rPr lang="en-US" altLang="zh-CN">
                    <a:latin typeface="Times New Roman" panose="02020603050405020304" charset="0"/>
                    <a:ea typeface="黑体" panose="02010609060101010101" charset="-122"/>
                    <a:cs typeface="Times New Roman" panose="02020603050405020304" charset="0"/>
                  </a:rPr>
                  <a:t>:</a:t>
                </a:r>
                <a:endParaRPr lang="en-US" altLang="zh-CN"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endParaRPr>
              </a:p>
              <a:p>
                <a:pPr indent="0" fontAlgn="auto">
                  <a:lnSpc>
                    <a:spcPct val="150000"/>
                  </a:lnSpc>
                </a:pPr>
                <a:r>
                  <a:rPr lang="en-US" altLang="zh-CN">
                    <a:latin typeface="Times New Roman" panose="02020603050405020304" charset="0"/>
                    <a:ea typeface="黑体" panose="02010609060101010101" charset="-122"/>
                    <a:cs typeface="Times New Roman" panose="02020603050405020304" charset="0"/>
                  </a:rPr>
                  <a:t>x</a:t>
                </a:r>
                <a:r>
                  <a:rPr lang="zh-CN" altLang="en-US">
                    <a:latin typeface="Times New Roman" panose="02020603050405020304" charset="0"/>
                    <a:ea typeface="黑体" panose="02010609060101010101" charset="-122"/>
                    <a:cs typeface="Times New Roman" panose="02020603050405020304" charset="0"/>
                  </a:rPr>
                  <a:t>是多头注意力模块的输出</a:t>
                </a:r>
                <a:endParaRPr lang="zh-CN" altLang="en-US"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endParaRPr>
              </a:p>
              <a:p>
                <a:pPr indent="0" fontAlgn="auto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ea typeface="黑体" panose="02010609060101010101" charset="-122"/>
                          <a:cs typeface="Cambria Math" panose="02040503050406030204" charset="0"/>
                        </a:rPr>
                        <m:t>𝐿𝑁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ea typeface="黑体" panose="02010609060101010101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)=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𝛾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⋅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i="1">
                                  <a:latin typeface="Cambria Math" panose="02040503050406030204" charset="0"/>
                                  <a:ea typeface="黑体" panose="02010609060101010101" charset="-122"/>
                                  <a:cs typeface="Cambria Math" panose="02040503050406030204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ea typeface="黑体" panose="02010609060101010101" charset="-122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ea typeface="MS Mincho" charset="0"/>
                                      <a:cs typeface="Cambria Math" panose="02040503050406030204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charset="0"/>
                                      <a:ea typeface="MS Mincho" charset="0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+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𝜖</m:t>
                              </m:r>
                            </m:e>
                          </m:rad>
                        </m:den>
                      </m:f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𝛽</m:t>
                      </m:r>
                    </m:oMath>
                  </m:oMathPara>
                </a14:m>
                <a:endParaRPr lang="en-US" altLang="zh-CN" i="1"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endParaRPr>
              </a:p>
              <a:p>
                <a:pPr indent="0" fontAlgn="auto">
                  <a:lnSpc>
                    <a:spcPct val="150000"/>
                  </a:lnSpc>
                </a:pPr>
                <a:r>
                  <a:rPr lang="en-US" altLang="zh-CN">
                    <a:latin typeface="Times New Roman" panose="02020603050405020304" charset="0"/>
                    <a:ea typeface="黑体" panose="02010609060101010101" charset="-122"/>
                    <a:cs typeface="Times New Roman" panose="02020603050405020304" charset="0"/>
                  </a:rPr>
                  <a:t>γ（gamma，</a:t>
                </a:r>
                <a:r>
                  <a:rPr lang="zh-CN" altLang="en-US">
                    <a:latin typeface="Times New Roman" panose="02020603050405020304" charset="0"/>
                    <a:ea typeface="黑体" panose="02010609060101010101" charset="-122"/>
                    <a:cs typeface="Times New Roman" panose="02020603050405020304" charset="0"/>
                  </a:rPr>
                  <a:t>缩放参数）：控制标准化后的值放大或缩小多少</a:t>
                </a:r>
                <a:endParaRPr lang="zh-CN" altLang="en-US"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endParaRPr>
              </a:p>
              <a:p>
                <a:pPr indent="0" fontAlgn="auto">
                  <a:lnSpc>
                    <a:spcPct val="150000"/>
                  </a:lnSpc>
                </a:pPr>
                <a:r>
                  <a:rPr lang="en-US" altLang="zh-CN">
                    <a:latin typeface="Times New Roman" panose="02020603050405020304" charset="0"/>
                    <a:ea typeface="黑体" panose="02010609060101010101" charset="-122"/>
                    <a:cs typeface="Times New Roman" panose="02020603050405020304" charset="0"/>
                  </a:rPr>
                  <a:t>β（beta，</a:t>
                </a:r>
                <a:r>
                  <a:rPr lang="zh-CN" altLang="en-US">
                    <a:latin typeface="Times New Roman" panose="02020603050405020304" charset="0"/>
                    <a:ea typeface="黑体" panose="02010609060101010101" charset="-122"/>
                    <a:cs typeface="Times New Roman" panose="02020603050405020304" charset="0"/>
                  </a:rPr>
                  <a:t>偏移参数）：控制标准化后的值整体平移多少</a:t>
                </a:r>
                <a:endParaRPr lang="zh-CN" altLang="en-US"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endParaRPr>
              </a:p>
              <a:p>
                <a:pPr indent="0" fontAlgn="auto">
                  <a:lnSpc>
                    <a:spcPct val="150000"/>
                  </a:lnSpc>
                </a:pPr>
                <a:r>
                  <a:rPr lang="en-US" altLang="zh-CN">
                    <a:latin typeface="Times New Roman" panose="02020603050405020304" charset="0"/>
                    <a:ea typeface="黑体" panose="02010609060101010101" charset="-122"/>
                    <a:cs typeface="Times New Roman" panose="02020603050405020304" charset="0"/>
                  </a:rPr>
                  <a:t>x</a:t>
                </a:r>
                <a:r>
                  <a:rPr lang="zh-CN" altLang="en-US">
                    <a:latin typeface="Times New Roman" panose="02020603050405020304" charset="0"/>
                    <a:ea typeface="黑体" panose="02010609060101010101" charset="-122"/>
                    <a:cs typeface="Times New Roman" panose="02020603050405020304" charset="0"/>
                  </a:rPr>
                  <a:t>为输入向量，</a:t>
                </a:r>
                <a:r>
                  <a:rPr lang="en-US" altLang="zh-CN">
                    <a:latin typeface="Times New Roman" panose="02020603050405020304" charset="0"/>
                    <a:ea typeface="黑体" panose="02010609060101010101" charset="-122"/>
                    <a:cs typeface="Times New Roman" panose="02020603050405020304" charset="0"/>
                  </a:rPr>
                  <a:t>μ、σ</a:t>
                </a:r>
                <a:r>
                  <a:rPr lang="en-US" altLang="zh-CN" baseline="30000">
                    <a:latin typeface="Times New Roman" panose="02020603050405020304" charset="0"/>
                    <a:ea typeface="黑体" panose="02010609060101010101" charset="-122"/>
                    <a:cs typeface="Times New Roman" panose="02020603050405020304" charset="0"/>
                  </a:rPr>
                  <a:t>2</a:t>
                </a:r>
                <a:r>
                  <a:rPr lang="zh-CN" altLang="en-US">
                    <a:latin typeface="Times New Roman" panose="02020603050405020304" charset="0"/>
                    <a:ea typeface="黑体" panose="02010609060101010101" charset="-122"/>
                    <a:cs typeface="Times New Roman" panose="02020603050405020304" charset="0"/>
                  </a:rPr>
                  <a:t>为特征维度均值与方差，</a:t>
                </a:r>
                <a:r>
                  <a:rPr lang="en-US" altLang="en-US">
                    <a:latin typeface="Times New Roman" panose="02020603050405020304" charset="0"/>
                    <a:ea typeface="黑体" panose="02010609060101010101" charset="-122"/>
                    <a:cs typeface="Times New Roman" panose="02020603050405020304" charset="0"/>
                  </a:rPr>
                  <a:t>ϵ</a:t>
                </a:r>
                <a:r>
                  <a:rPr lang="zh-CN" altLang="en-US">
                    <a:latin typeface="Times New Roman" panose="02020603050405020304" charset="0"/>
                    <a:ea typeface="黑体" panose="02010609060101010101" charset="-122"/>
                    <a:cs typeface="Times New Roman" panose="02020603050405020304" charset="0"/>
                  </a:rPr>
                  <a:t>为防除零小常数</a:t>
                </a:r>
                <a:endParaRPr lang="zh-CN" altLang="en-US"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endParaRPr>
              </a:p>
              <a:p>
                <a:pPr indent="0" fontAlgn="auto">
                  <a:lnSpc>
                    <a:spcPct val="150000"/>
                  </a:lnSpc>
                </a:pPr>
                <a:endParaRPr lang="zh-CN" altLang="en-US"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2650" y="1380490"/>
                <a:ext cx="7303135" cy="512191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5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3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marL="0" indent="0">
              <a:buNone/>
            </a:pP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 marL="0" indent="0">
              <a:buNone/>
            </a:pP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 marL="0" indent="0">
              <a:buNone/>
            </a:pP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 marL="0" indent="0">
              <a:buNone/>
            </a:pP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 marL="0" indent="0">
              <a:buNone/>
            </a:pP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 marL="0" indent="0">
              <a:buNone/>
            </a:pP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普通网络反向传播时梯度逐层连乘，只要每层导数小于1，深度一深就会指数衰减至零，导致底层参数无法更新；而残差连接在每层梯度中引入了恒定的“+1”保底项，打破了纯连乘的衰减机制，使梯度即使经过上百层也能有效传回，这是深层网络可训练的根本保障。</a:t>
            </a: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为什么残差链接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3175" y="1245235"/>
            <a:ext cx="4084955" cy="2762885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4"/>
          <a:stretch>
            <a:fillRect/>
          </a:stretch>
        </p:blipFill>
        <p:spPr>
          <a:xfrm>
            <a:off x="994410" y="1179195"/>
            <a:ext cx="4554855" cy="300228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3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69315" y="1353185"/>
            <a:ext cx="3238500" cy="428244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 idx="2"/>
            <p:custDataLst>
              <p:tags r:id="rId3"/>
            </p:custDataLst>
          </p:nvPr>
        </p:nvSpPr>
        <p:spPr/>
        <p:txBody>
          <a:bodyPr/>
          <a:p>
            <a:r>
              <a:rPr lang="en-US" altLang="zh-CN"/>
              <a:t>FFN(</a:t>
            </a:r>
            <a:r>
              <a:t>一般带有</a:t>
            </a:r>
            <a:r>
              <a:rPr lang="en-US" altLang="zh-CN"/>
              <a:t>gelu</a:t>
            </a:r>
            <a:r>
              <a:t>和</a:t>
            </a:r>
            <a:r>
              <a:rPr lang="en-US" altLang="zh-CN"/>
              <a:t>relu</a:t>
            </a:r>
            <a:r>
              <a:t>激活函数</a:t>
            </a:r>
            <a:r>
              <a:rPr lang="en-US" altLang="zh-CN"/>
              <a:t>)</a:t>
            </a:r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1287780"/>
            <a:ext cx="4050030" cy="61404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4333875" y="2131695"/>
            <a:ext cx="7630795" cy="3410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目的是通过线性变换，先将数据映射到高纬度的空间再映射到低纬度的空间，提取了更深层次的特征。一般情况下</a:t>
            </a:r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,</a:t>
            </a:r>
            <a:r>
              <a:rPr lang="zh-CN" altLang="en-US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都会在</a:t>
            </a:r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FFN</a:t>
            </a:r>
            <a:r>
              <a:rPr lang="zh-CN" altLang="en-US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层中加入</a:t>
            </a:r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Relu</a:t>
            </a:r>
            <a:r>
              <a:rPr lang="zh-CN" altLang="en-US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或者</a:t>
            </a:r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Gelu</a:t>
            </a:r>
            <a:r>
              <a:rPr lang="zh-CN" altLang="en-US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激活函数，提升非线性的学习能力。</a:t>
            </a:r>
            <a:endParaRPr lang="zh-CN" altLang="en-US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pic>
        <p:nvPicPr>
          <p:cNvPr id="13" name="图片 12"/>
          <p:cNvPicPr/>
          <p:nvPr/>
        </p:nvPicPr>
        <p:blipFill>
          <a:blip r:embed="rId5"/>
          <a:stretch>
            <a:fillRect/>
          </a:stretch>
        </p:blipFill>
        <p:spPr>
          <a:xfrm>
            <a:off x="4454525" y="3238500"/>
            <a:ext cx="5407660" cy="263525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/>
              <a:t>Part </a:t>
            </a:r>
            <a:r>
              <a:t>T</a:t>
            </a:r>
            <a:r>
              <a:t>wo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t>实验</a:t>
            </a:r>
          </a:p>
        </p:txBody>
      </p:sp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3"/>
            <p:custDataLst>
              <p:tags r:id="rId1"/>
            </p:custDataLst>
          </p:nvPr>
        </p:nvSpPr>
        <p:spPr>
          <a:xfrm>
            <a:off x="695325" y="1245235"/>
            <a:ext cx="10800715" cy="5169535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输入：一段文本的前缀（</a:t>
            </a:r>
            <a:r>
              <a:rPr lang="en-US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prompt）</a:t>
            </a:r>
            <a:endParaRPr lang="en-US" altLang="zh-CN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输出：模型自动生成后续内容（续写）</a:t>
            </a:r>
            <a:endParaRPr lang="en-US" altLang="zh-CN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架构：</a:t>
            </a:r>
            <a:r>
              <a:rPr lang="en-US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Transformer Encoder-Decoder</a:t>
            </a:r>
            <a:endParaRPr lang="en-US" altLang="zh-CN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特点：输入输出同语言、同词表，属于自回归语言建模</a:t>
            </a:r>
            <a:endParaRPr lang="zh-CN" altLang="en-US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实验</a:t>
            </a:r>
            <a:r>
              <a:rPr lang="zh-CN" altLang="en-US"/>
              <a:t>目的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3"/>
            <p:custDataLst>
              <p:tags r:id="rId1"/>
            </p:custDataLst>
          </p:nvPr>
        </p:nvSpPr>
        <p:spPr/>
        <p:txBody>
          <a:bodyPr>
            <a:noAutofit/>
          </a:bodyPr>
          <a:p>
            <a:pPr marL="0" indent="0">
              <a:lnSpc>
                <a:spcPct val="150000"/>
              </a:lnSpc>
              <a:buNone/>
            </a:pP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语料来源：小说 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The Verdict（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纯英文文本）</a:t>
            </a:r>
            <a:endParaRPr lang="en-US" altLang="zh-CN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数据集规模：20,479 字符，共 83 个段落</a:t>
            </a:r>
            <a:endParaRPr lang="en-US" altLang="zh-CN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数据划分：按 8:2 比例划分为训练集和验证集</a:t>
            </a:r>
            <a:endParaRPr lang="en-US" altLang="zh-CN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 marL="0" indent="0">
              <a:buNone/>
            </a:pP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数据集</a:t>
            </a:r>
            <a:r>
              <a:rPr lang="zh-CN" altLang="en-US"/>
              <a:t>选取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380" y="1107440"/>
            <a:ext cx="5676900" cy="286639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3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采用 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GPT‑2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 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BPE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分词器（基于 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tiktoken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库）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buNone/>
            </a:pP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基础词表大小 50,257，额外添加 &lt;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pad&gt;、&lt;sos&gt;、&lt;eos&gt;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三个特殊 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token，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最终词表 50,260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&lt;pad&gt;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作用：将同一批次中长度不等的序列补齐到相同长度，便于并行计算。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buNone/>
            </a:pP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样本1: [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I, love, AI, &lt;eos&gt;]        →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长度 4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buNone/>
            </a:pP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样本2: [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Hello, &lt;eos&gt;]              →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长度 2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buNone/>
            </a:pP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补齐后 → [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I, love, AI, &lt;eos&gt;, &lt;pad&gt;, &lt;pad&gt;]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[Hello, &lt;eos&gt;, &lt;pad&gt;, &lt;pad&gt;, &lt;pad&gt;, &lt;pad&gt;]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&lt;sos&gt;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作用：作为解码器生成过程的 起始信号，告诉模型"现在开始生成第一个词"。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&lt;eos&gt;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作用：标记一个序列的 结束，告诉模型"生成了完整内容，可以停止了"</a:t>
            </a:r>
            <a:r>
              <a:rPr lang="zh-CN" alt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lang="zh-CN" altLang="en-US" sz="16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分词器</a:t>
            </a:r>
            <a:r>
              <a:rPr lang="zh-CN" altLang="en-US"/>
              <a:t>选取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3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硬件：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AutoDL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算力云，单卡 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NVIDIA RTX 3090（24GB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显存）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buNone/>
            </a:pP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软件：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Python 3.8 + PyTorch 1.11.0+cu113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2"/>
            <p:custDataLst>
              <p:tags r:id="rId2"/>
            </p:custDataLst>
          </p:nvPr>
        </p:nvSpPr>
        <p:spPr/>
        <p:txBody>
          <a:bodyPr/>
          <a:p>
            <a:r>
              <a:t>实验环境和</a:t>
            </a:r>
            <a:r>
              <a:t>平台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315" y="2383790"/>
            <a:ext cx="7640955" cy="42976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3"/>
            <p:custDataLst>
              <p:tags r:id="rId1"/>
            </p:custDataLst>
          </p:nvPr>
        </p:nvSpPr>
        <p:spPr>
          <a:xfrm>
            <a:off x="695325" y="1245235"/>
            <a:ext cx="10800715" cy="5270500"/>
          </a:xfrm>
        </p:spPr>
        <p:txBody>
          <a:bodyPr>
            <a:normAutofit lnSpcReduction="10000"/>
          </a:bodyPr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pPr marL="0" indent="0">
              <a:buNone/>
            </a:pPr>
            <a:endParaRPr lang="en-US" altLang="zh-CN" b="1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zh-CN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KL Div Loss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：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分布差异损失函数。</a:t>
            </a: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词级别多分类任务，每一步从 50,260 个词的词表中选出一个最合适的词，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KL 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散度损失函数衡量预测分布与真实分布的差异，指导模型学习。</a:t>
            </a: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训练</a:t>
            </a:r>
            <a:endParaRPr lang="zh-CN" altLang="en-US"/>
          </a:p>
        </p:txBody>
      </p:sp>
      <p:graphicFrame>
        <p:nvGraphicFramePr>
          <p:cNvPr id="5" name="表格 4"/>
          <p:cNvGraphicFramePr/>
          <p:nvPr>
            <p:custDataLst>
              <p:tags r:id="rId3"/>
            </p:custDataLst>
          </p:nvPr>
        </p:nvGraphicFramePr>
        <p:xfrm>
          <a:off x="792480" y="1402080"/>
          <a:ext cx="10216515" cy="264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7450"/>
                <a:gridCol w="3921760"/>
                <a:gridCol w="3837305"/>
              </a:tblGrid>
              <a:tr h="528320">
                <a:tc>
                  <a:txBody>
                    <a:bodyPr/>
                    <a:p>
                      <a:pPr marL="0" indent="0" algn="l">
                        <a:lnSpc>
                          <a:spcPts val="960"/>
                        </a:lnSpc>
                      </a:pPr>
                      <a:r>
                        <a:rPr lang="zh-CN" altLang="en-US" sz="1600" b="1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</a:rPr>
                        <a:t>类别</a:t>
                      </a:r>
                      <a:endParaRPr lang="zh-CN" altLang="en-US" sz="1600" b="1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marL="106997" marR="106997" marT="76517" marB="76517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960"/>
                        </a:lnSpc>
                      </a:pPr>
                      <a:r>
                        <a:rPr lang="zh-CN" altLang="en-US" sz="1600" b="1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</a:rPr>
                        <a:t>参数</a:t>
                      </a:r>
                      <a:endParaRPr lang="zh-CN" altLang="en-US" sz="1600" b="1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marL="106997" marR="106997" marT="76517" marB="76517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960"/>
                        </a:lnSpc>
                      </a:pPr>
                      <a:r>
                        <a:rPr lang="zh-CN" altLang="en-US" sz="1600" b="1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</a:rPr>
                        <a:t>设定值</a:t>
                      </a:r>
                      <a:endParaRPr lang="zh-CN" altLang="en-US" sz="1600" b="1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marL="106997" marR="106997" marT="76517" marB="76517" anchor="ctr" anchorCtr="0"/>
                </a:tc>
              </a:tr>
              <a:tr h="528320">
                <a:tc>
                  <a:txBody>
                    <a:bodyPr/>
                    <a:p>
                      <a:pPr marL="0" indent="0" fontAlgn="ctr">
                        <a:lnSpc>
                          <a:spcPts val="1320"/>
                        </a:lnSpc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</a:rPr>
                        <a:t>模型结构</a:t>
                      </a:r>
                      <a:endParaRPr lang="zh-CN" altLang="en-US" sz="1600" b="1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marL="106997" marR="106997" marT="76517" marB="76517" anchor="ctr" anchorCtr="0"/>
                </a:tc>
                <a:tc>
                  <a:txBody>
                    <a:bodyPr/>
                    <a:p>
                      <a:pPr marL="0" indent="0" algn="l" fontAlgn="b">
                        <a:lnSpc>
                          <a:spcPts val="1320"/>
                        </a:lnSpc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嵌入维度 / 层数 / 头数 / 前馈</a:t>
                      </a:r>
                      <a:r>
                        <a:rPr lang="zh-CN" altLang="en-US" sz="1600" b="0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层</a:t>
                      </a:r>
                      <a:r>
                        <a:rPr lang="en-US" altLang="zh-CN" sz="1600" b="0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维度</a:t>
                      </a:r>
                      <a:endParaRPr lang="en-US" altLang="zh-CN" sz="1600" b="0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</a:txBody>
                  <a:tcPr marL="106997" marR="106997" marT="76517" marB="76517" anchor="ctr" anchorCtr="0"/>
                </a:tc>
                <a:tc>
                  <a:txBody>
                    <a:bodyPr/>
                    <a:p>
                      <a:pPr marL="0" indent="0" fontAlgn="ctr">
                        <a:lnSpc>
                          <a:spcPts val="1320"/>
                        </a:lnSpc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512 / 6 / 8 / 2048</a:t>
                      </a:r>
                      <a:endParaRPr lang="en-US" altLang="zh-CN" sz="1600" b="0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</a:txBody>
                  <a:tcPr marL="106997" marR="106997" marT="76517" marB="76517" anchor="ctr" anchorCtr="0"/>
                </a:tc>
              </a:tr>
              <a:tr h="528320">
                <a:tc>
                  <a:txBody>
                    <a:bodyPr/>
                    <a:p>
                      <a:pPr marL="0" indent="0" fontAlgn="ctr">
                        <a:lnSpc>
                          <a:spcPts val="1320"/>
                        </a:lnSpc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</a:rPr>
                        <a:t>训练参数</a:t>
                      </a:r>
                      <a:endParaRPr lang="zh-CN" altLang="en-US" sz="1600" b="1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marL="106997" marR="106997" marT="76517" marB="76517" anchor="ctr" anchorCtr="0"/>
                </a:tc>
                <a:tc>
                  <a:txBody>
                    <a:bodyPr/>
                    <a:p>
                      <a:pPr marL="0" indent="0" fontAlgn="ctr">
                        <a:lnSpc>
                          <a:spcPts val="1320"/>
                        </a:lnSpc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批大小 / 序列长度 / 训练轮数 / Dropout</a:t>
                      </a:r>
                      <a:endParaRPr lang="en-US" altLang="zh-CN" sz="1600" b="0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</a:txBody>
                  <a:tcPr marL="106997" marR="106997" marT="76517" marB="76517" anchor="ctr" anchorCtr="0"/>
                </a:tc>
                <a:tc>
                  <a:txBody>
                    <a:bodyPr/>
                    <a:p>
                      <a:pPr marL="0" indent="0" fontAlgn="ctr">
                        <a:lnSpc>
                          <a:spcPts val="1320"/>
                        </a:lnSpc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128 / 64 / 100 / 0.3</a:t>
                      </a:r>
                      <a:endParaRPr lang="en-US" altLang="zh-CN" sz="1600" b="0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</a:txBody>
                  <a:tcPr marL="106997" marR="106997" marT="76517" marB="76517" anchor="ctr" anchorCtr="0"/>
                </a:tc>
              </a:tr>
              <a:tr h="528320">
                <a:tc>
                  <a:txBody>
                    <a:bodyPr/>
                    <a:p>
                      <a:pPr marL="0" indent="0" fontAlgn="ctr">
                        <a:lnSpc>
                          <a:spcPts val="1320"/>
                        </a:lnSpc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</a:rPr>
                        <a:t>优化器</a:t>
                      </a:r>
                      <a:endParaRPr lang="zh-CN" altLang="en-US" sz="1600" b="1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marL="106997" marR="106997" marT="76517" marB="76517" anchor="ctr" anchorCtr="0"/>
                </a:tc>
                <a:tc>
                  <a:txBody>
                    <a:bodyPr/>
                    <a:p>
                      <a:pPr marL="0" indent="0" fontAlgn="ctr">
                        <a:lnSpc>
                          <a:spcPts val="1320"/>
                        </a:lnSpc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Adam</a:t>
                      </a:r>
                      <a:endParaRPr lang="en-US" altLang="zh-CN" sz="1600" b="0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</a:txBody>
                  <a:tcPr marL="106997" marR="106997" marT="76517" marB="76517" anchor="ctr" anchorCtr="0"/>
                </a:tc>
                <a:tc>
                  <a:txBody>
                    <a:bodyPr/>
                    <a:p>
                      <a:pPr marL="0" indent="0" fontAlgn="ctr">
                        <a:lnSpc>
                          <a:spcPts val="1320"/>
                        </a:lnSpc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峰值学习率 ≈ 2.2×10⁻³，预热 400 步</a:t>
                      </a:r>
                      <a:endParaRPr lang="en-US" altLang="zh-CN" sz="1600" b="0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</a:txBody>
                  <a:tcPr marL="106997" marR="106997" marT="76517" marB="76517" anchor="ctr" anchorCtr="0"/>
                </a:tc>
              </a:tr>
              <a:tr h="528320">
                <a:tc>
                  <a:txBody>
                    <a:bodyPr/>
                    <a:p>
                      <a:pPr marL="0" indent="0" fontAlgn="ctr">
                        <a:lnSpc>
                          <a:spcPts val="1320"/>
                        </a:lnSpc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</a:rPr>
                        <a:t>损失函数</a:t>
                      </a:r>
                      <a:endParaRPr lang="zh-CN" altLang="en-US" sz="1600" b="1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marL="106997" marR="106997" marT="76517" marB="76517" anchor="ctr" anchorCtr="0"/>
                </a:tc>
                <a:tc>
                  <a:txBody>
                    <a:bodyPr/>
                    <a:p>
                      <a:pPr marL="0" indent="0" fontAlgn="ctr">
                        <a:lnSpc>
                          <a:spcPts val="1320"/>
                        </a:lnSpc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KL 散度损失 + 标签平滑</a:t>
                      </a:r>
                      <a:endParaRPr lang="en-US" altLang="zh-CN" sz="1600" b="0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</a:txBody>
                  <a:tcPr marL="106997" marR="106997" marT="76517" marB="76517" anchor="ctr" anchorCtr="0"/>
                </a:tc>
                <a:tc>
                  <a:txBody>
                    <a:bodyPr/>
                    <a:p>
                      <a:pPr marL="0" indent="0" fontAlgn="ctr">
                        <a:lnSpc>
                          <a:spcPts val="1320"/>
                        </a:lnSpc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平滑系数 0.1</a:t>
                      </a:r>
                      <a:endParaRPr lang="en-US" altLang="zh-CN" sz="1600" b="0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</a:txBody>
                  <a:tcPr marL="106997" marR="106997" marT="76517" marB="76517" anchor="ctr" anchorCtr="0"/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3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08330" y="1665605"/>
            <a:ext cx="10800715" cy="122047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 idx="2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推理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" y="3407410"/>
            <a:ext cx="10955655" cy="204025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3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zh-CN" alt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2026-08-28 13:45:31 | 训练完成! 总耗时: 2.6 分钟</a:t>
            </a:r>
            <a:endParaRPr lang="zh-CN" altLang="en-US" sz="16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buNone/>
            </a:pPr>
            <a:r>
              <a:rPr lang="zh-CN" alt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2026-08-28 13:45:31 | 最佳验证 </a:t>
            </a:r>
            <a:r>
              <a:rPr lang="en-US" altLang="zh-CN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Loss: 5.8764</a:t>
            </a:r>
            <a:endParaRPr lang="en-US" altLang="zh-CN" sz="16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buNone/>
            </a:pPr>
            <a:r>
              <a:rPr lang="zh-CN" alt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2026-08-28 13:45:31 | 最终训练 </a:t>
            </a:r>
            <a:r>
              <a:rPr lang="en-US" altLang="zh-CN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Loss: 0.2065</a:t>
            </a:r>
            <a:endParaRPr lang="en-US" altLang="zh-CN" sz="16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buNone/>
            </a:pPr>
            <a:r>
              <a:rPr lang="zh-CN" alt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2026-08-28 13:45:31 | 最终验证 </a:t>
            </a:r>
            <a:r>
              <a:rPr lang="en-US" altLang="zh-CN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Loss: 8.6423</a:t>
            </a:r>
            <a:endParaRPr lang="en-US" altLang="zh-CN" sz="16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buNone/>
            </a:pPr>
            <a:r>
              <a:rPr lang="zh-CN" alt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2026-08-28 13:45:31 | 模型参数量: </a:t>
            </a:r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69,923,924</a:t>
            </a:r>
            <a:endParaRPr lang="zh-CN" altLang="en-US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损失评估（</a:t>
            </a:r>
            <a:r>
              <a:rPr lang="zh-CN" altLang="en-US"/>
              <a:t>本实验）</a:t>
            </a:r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3"/>
          <a:stretch>
            <a:fillRect/>
          </a:stretch>
        </p:blipFill>
        <p:spPr>
          <a:xfrm>
            <a:off x="6072188" y="3414713"/>
            <a:ext cx="9525" cy="9525"/>
          </a:xfrm>
          <a:prstGeom prst="rect">
            <a:avLst/>
          </a:prstGeom>
        </p:spPr>
      </p:pic>
      <p:pic>
        <p:nvPicPr>
          <p:cNvPr id="5" name="图片 4" descr="loss_curv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522980"/>
            <a:ext cx="4657090" cy="2794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672455" y="3723005"/>
            <a:ext cx="4726305" cy="2593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猜测参数量大、数据集小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且未加正则化（无权重衰减），导致严重过拟合”。</a:t>
            </a: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内容占位符 4"/>
          <p:cNvGraphicFramePr/>
          <p:nvPr>
            <p:ph idx="3"/>
            <p:custDataLst>
              <p:tags r:id="rId1"/>
            </p:custDataLst>
          </p:nvPr>
        </p:nvGraphicFramePr>
        <p:xfrm>
          <a:off x="695325" y="1245235"/>
          <a:ext cx="10800715" cy="264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2640"/>
                <a:gridCol w="3857625"/>
                <a:gridCol w="3600450"/>
              </a:tblGrid>
              <a:tr h="528320">
                <a:tc>
                  <a:txBody>
                    <a:bodyPr/>
                    <a:p>
                      <a:pPr marL="0" indent="0" algn="l">
                        <a:lnSpc>
                          <a:spcPts val="960"/>
                        </a:lnSpc>
                      </a:pPr>
                      <a:r>
                        <a:rPr lang="zh-CN" altLang="en-US" sz="1600" b="1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</a:rPr>
                        <a:t>类别</a:t>
                      </a:r>
                      <a:endParaRPr lang="zh-CN" altLang="en-US" sz="1600" b="1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marL="106997" marR="106997" marT="76517" marB="76517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960"/>
                        </a:lnSpc>
                      </a:pPr>
                      <a:r>
                        <a:rPr lang="zh-CN" altLang="en-US" sz="1600" b="1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</a:rPr>
                        <a:t>参数</a:t>
                      </a:r>
                      <a:endParaRPr lang="zh-CN" altLang="en-US" sz="1600" b="1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marL="106997" marR="106997" marT="76517" marB="76517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960"/>
                        </a:lnSpc>
                      </a:pPr>
                      <a:r>
                        <a:rPr lang="zh-CN" altLang="en-US" sz="1600" b="1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</a:rPr>
                        <a:t>设定值</a:t>
                      </a:r>
                      <a:endParaRPr lang="zh-CN" altLang="en-US" sz="1600" b="1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marL="106997" marR="106997" marT="76517" marB="76517" anchor="ctr" anchorCtr="0"/>
                </a:tc>
              </a:tr>
              <a:tr h="528320">
                <a:tc>
                  <a:txBody>
                    <a:bodyPr/>
                    <a:p>
                      <a:pPr marL="0" indent="0" fontAlgn="ctr">
                        <a:lnSpc>
                          <a:spcPts val="1320"/>
                        </a:lnSpc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</a:rPr>
                        <a:t>模型结构</a:t>
                      </a:r>
                      <a:endParaRPr lang="zh-CN" altLang="en-US" sz="1600" b="1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marL="106997" marR="106997" marT="76517" marB="76517" anchor="ctr" anchorCtr="0"/>
                </a:tc>
                <a:tc>
                  <a:txBody>
                    <a:bodyPr/>
                    <a:p>
                      <a:pPr marL="0" indent="0" algn="l" fontAlgn="b">
                        <a:lnSpc>
                          <a:spcPts val="1320"/>
                        </a:lnSpc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嵌入维度 / 层数 / 头数 / 前馈维度</a:t>
                      </a:r>
                      <a:endParaRPr lang="en-US" altLang="zh-CN" sz="1600" b="0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</a:txBody>
                  <a:tcPr marL="106997" marR="106997" marT="76517" marB="76517" anchor="ctr" anchorCtr="0"/>
                </a:tc>
                <a:tc>
                  <a:txBody>
                    <a:bodyPr/>
                    <a:p>
                      <a:pPr marL="0" indent="0" fontAlgn="ctr">
                        <a:lnSpc>
                          <a:spcPts val="1320"/>
                        </a:lnSpc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128 / 2 / 4 / 512</a:t>
                      </a:r>
                      <a:endParaRPr lang="en-US" altLang="zh-CN" sz="1600" b="0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  <a:p>
                      <a:pPr marL="0" indent="0" fontAlgn="ctr">
                        <a:lnSpc>
                          <a:spcPts val="1320"/>
                        </a:lnSpc>
                        <a:spcAft>
                          <a:spcPct val="0"/>
                        </a:spcAft>
                      </a:pPr>
                      <a:endParaRPr lang="en-US" altLang="zh-CN" sz="1600" b="0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</a:txBody>
                  <a:tcPr marL="106997" marR="106997" marT="76517" marB="76517" anchor="ctr" anchorCtr="0"/>
                </a:tc>
              </a:tr>
              <a:tr h="528320">
                <a:tc>
                  <a:txBody>
                    <a:bodyPr/>
                    <a:p>
                      <a:pPr marL="0" indent="0" fontAlgn="ctr">
                        <a:lnSpc>
                          <a:spcPts val="1320"/>
                        </a:lnSpc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</a:rPr>
                        <a:t>训练</a:t>
                      </a:r>
                      <a:r>
                        <a:rPr lang="zh-CN" altLang="en-US" sz="1600" b="1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</a:rPr>
                        <a:t>参数</a:t>
                      </a:r>
                      <a:endParaRPr lang="zh-CN" altLang="en-US" sz="1600" b="1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marL="106997" marR="106997" marT="76517" marB="76517" anchor="ctr" anchorCtr="0"/>
                </a:tc>
                <a:tc>
                  <a:txBody>
                    <a:bodyPr/>
                    <a:p>
                      <a:pPr marL="0" indent="0" fontAlgn="ctr">
                        <a:lnSpc>
                          <a:spcPts val="1320"/>
                        </a:lnSpc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批大小 / 序列长度 / 训练轮数 / Dropout</a:t>
                      </a:r>
                      <a:endParaRPr lang="en-US" altLang="zh-CN" sz="1600" b="0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</a:txBody>
                  <a:tcPr marL="106997" marR="106997" marT="76517" marB="76517" anchor="ctr" anchorCtr="0"/>
                </a:tc>
                <a:tc>
                  <a:txBody>
                    <a:bodyPr/>
                    <a:p>
                      <a:pPr marL="0" indent="0" fontAlgn="ctr">
                        <a:lnSpc>
                          <a:spcPts val="1320"/>
                        </a:lnSpc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128 / 64 / 100 / 0.5</a:t>
                      </a:r>
                      <a:endParaRPr lang="en-US" altLang="zh-CN" sz="1600" b="0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</a:txBody>
                  <a:tcPr marL="106997" marR="106997" marT="76517" marB="76517" anchor="ctr" anchorCtr="0"/>
                </a:tc>
              </a:tr>
              <a:tr h="528320">
                <a:tc>
                  <a:txBody>
                    <a:bodyPr/>
                    <a:p>
                      <a:pPr marL="0" indent="0" fontAlgn="ctr">
                        <a:lnSpc>
                          <a:spcPts val="1320"/>
                        </a:lnSpc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</a:rPr>
                        <a:t>优化器</a:t>
                      </a:r>
                      <a:endParaRPr lang="zh-CN" altLang="en-US" sz="1600" b="1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marL="106997" marR="106997" marT="76517" marB="76517" anchor="ctr" anchorCtr="0"/>
                </a:tc>
                <a:tc>
                  <a:txBody>
                    <a:bodyPr/>
                    <a:p>
                      <a:pPr marL="0" indent="0" fontAlgn="ctr">
                        <a:lnSpc>
                          <a:spcPts val="1320"/>
                        </a:lnSpc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Adam</a:t>
                      </a:r>
                      <a:endParaRPr lang="en-US" altLang="zh-CN" sz="1600" b="0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</a:txBody>
                  <a:tcPr marL="106997" marR="106997" marT="76517" marB="76517" anchor="ctr" anchorCtr="0"/>
                </a:tc>
                <a:tc>
                  <a:txBody>
                    <a:bodyPr/>
                    <a:p>
                      <a:pPr marL="0" indent="0" fontAlgn="ctr">
                        <a:lnSpc>
                          <a:spcPts val="1320"/>
                        </a:lnSpc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</a:rPr>
                        <a:t>峰值学习率 ≈ 4.4×10⁻³，预热 400 步</a:t>
                      </a:r>
                      <a:endParaRPr lang="en-US" altLang="zh-CN" sz="1600" b="0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marL="106997" marR="106997" marT="76517" marB="76517" anchor="ctr" anchorCtr="0"/>
                </a:tc>
              </a:tr>
              <a:tr h="528320">
                <a:tc>
                  <a:txBody>
                    <a:bodyPr/>
                    <a:p>
                      <a:pPr marL="0" indent="0" fontAlgn="ctr">
                        <a:lnSpc>
                          <a:spcPts val="1320"/>
                        </a:lnSpc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</a:rPr>
                        <a:t>损失函数</a:t>
                      </a:r>
                      <a:endParaRPr lang="zh-CN" altLang="en-US" sz="1600" b="1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marL="106997" marR="106997" marT="76517" marB="76517" anchor="ctr" anchorCtr="0"/>
                </a:tc>
                <a:tc>
                  <a:txBody>
                    <a:bodyPr/>
                    <a:p>
                      <a:pPr marL="0" indent="0" fontAlgn="ctr">
                        <a:lnSpc>
                          <a:spcPts val="1320"/>
                        </a:lnSpc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KL 散度损失 + 标签平滑</a:t>
                      </a:r>
                      <a:endParaRPr lang="en-US" altLang="zh-CN" sz="1600" b="0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</a:txBody>
                  <a:tcPr marL="106997" marR="106997" marT="76517" marB="76517" anchor="ctr" anchorCtr="0"/>
                </a:tc>
                <a:tc>
                  <a:txBody>
                    <a:bodyPr/>
                    <a:p>
                      <a:pPr marL="0" indent="0" fontAlgn="ctr">
                        <a:lnSpc>
                          <a:spcPts val="1320"/>
                        </a:lnSpc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</a:rPr>
                        <a:t>平滑系数 0.1</a:t>
                      </a:r>
                      <a:endParaRPr lang="en-US" altLang="zh-CN" sz="1600" b="0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marL="106997" marR="106997" marT="76517" marB="76517" anchor="ctr" anchorCtr="0"/>
                </a:tc>
              </a:tr>
            </a:tbl>
          </a:graphicData>
        </a:graphic>
      </p:graphicFrame>
      <p:sp>
        <p:nvSpPr>
          <p:cNvPr id="3" name="标题 2"/>
          <p:cNvSpPr>
            <a:spLocks noGrp="1"/>
          </p:cNvSpPr>
          <p:nvPr>
            <p:ph type="title" idx="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方案一：降模型</a:t>
            </a:r>
            <a:r>
              <a:rPr lang="zh-CN" altLang="en-US"/>
              <a:t>参数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49300" y="4297680"/>
            <a:ext cx="10746105" cy="1997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调了模型结构和</a:t>
            </a:r>
            <a:r>
              <a:rPr lang="en-US" altLang="zh-CN">
                <a:solidFill>
                  <a:srgbClr val="212529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Dropout</a:t>
            </a:r>
            <a:r>
              <a:rPr lang="zh-CN" altLang="en-US">
                <a:solidFill>
                  <a:srgbClr val="212529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和峰值学习率</a:t>
            </a:r>
            <a:endParaRPr lang="en-US" altLang="zh-CN" b="0" i="0">
              <a:solidFill>
                <a:srgbClr val="212529"/>
              </a:solidFill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3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2026-08-28 14:11:57 | 训练完成! 总耗时: 0.9 分钟</a:t>
            </a: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2026-08-28 14:11:57 | 最佳验证 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Loss: 6.0042</a:t>
            </a:r>
            <a:endParaRPr lang="en-US" altLang="zh-CN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2026-08-28 14:11:57 | 最终训练 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Loss: 1.0594</a:t>
            </a:r>
            <a:endParaRPr lang="en-US" altLang="zh-CN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2026-08-28 14:11:57 | 最终验证 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Loss: 8.8262</a:t>
            </a:r>
            <a:endParaRPr lang="en-US" altLang="zh-CN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2026-08-28 14:11:57 | 模型参数量:</a:t>
            </a:r>
            <a:r>
              <a:rPr lang="zh-CN" altLang="en-US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 7,409,748</a:t>
            </a: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2026-08-28 14:11:57 | </a:t>
            </a:r>
            <a:endParaRPr lang="en-US" altLang="zh-CN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方案一：</a:t>
            </a:r>
            <a:r>
              <a:rPr lang="zh-CN" altLang="en-US"/>
              <a:t>损失评估</a:t>
            </a:r>
            <a:endParaRPr lang="zh-CN" altLang="en-US"/>
          </a:p>
        </p:txBody>
      </p:sp>
      <p:pic>
        <p:nvPicPr>
          <p:cNvPr id="4" name="图片 3" descr="loss_curv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" y="3792220"/>
            <a:ext cx="4788535" cy="28727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172200" y="3972560"/>
            <a:ext cx="5051425" cy="2692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依旧验证集损失异常，经复审和搜索发现，没有关键参数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weight_decay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。</a:t>
            </a: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权重衰减（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Weight Decay） 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是一种通过在损失函数中增加权重的 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L2 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范数惩罚项来防止模型过拟合的正则化技术。</a:t>
            </a: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其原理是在每次参数更新时，强制将权重按比例缩小（衰减），从而限制模型复杂度，避免模型为了拟合训练数据中的噪声而产生过大的权重值，进而提升模型的泛化能力。</a:t>
            </a: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内容占位符 4"/>
          <p:cNvGraphicFramePr/>
          <p:nvPr>
            <p:ph idx="3"/>
            <p:custDataLst>
              <p:tags r:id="rId1"/>
            </p:custDataLst>
          </p:nvPr>
        </p:nvGraphicFramePr>
        <p:xfrm>
          <a:off x="695325" y="1245235"/>
          <a:ext cx="10800715" cy="264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1895"/>
                <a:gridCol w="4771390"/>
                <a:gridCol w="3567430"/>
              </a:tblGrid>
              <a:tr h="528320">
                <a:tc>
                  <a:txBody>
                    <a:bodyPr/>
                    <a:p>
                      <a:pPr marL="0" indent="0" algn="l">
                        <a:lnSpc>
                          <a:spcPts val="960"/>
                        </a:lnSpc>
                      </a:pPr>
                      <a:r>
                        <a:rPr lang="zh-CN" altLang="en-US" sz="1600" b="1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</a:rPr>
                        <a:t>类别</a:t>
                      </a:r>
                      <a:endParaRPr lang="zh-CN" altLang="en-US" sz="1600" b="1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marL="106997" marR="106997" marT="76517" marB="76517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960"/>
                        </a:lnSpc>
                      </a:pPr>
                      <a:r>
                        <a:rPr lang="zh-CN" altLang="en-US" sz="1600" b="1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</a:rPr>
                        <a:t>参数</a:t>
                      </a:r>
                      <a:endParaRPr lang="zh-CN" altLang="en-US" sz="1600" b="1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marL="106997" marR="106997" marT="76517" marB="76517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960"/>
                        </a:lnSpc>
                      </a:pPr>
                      <a:r>
                        <a:rPr lang="zh-CN" altLang="en-US" sz="1600" b="1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</a:rPr>
                        <a:t>设定值</a:t>
                      </a:r>
                      <a:endParaRPr lang="zh-CN" altLang="en-US" sz="1600" b="1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marL="106997" marR="106997" marT="76517" marB="76517" anchor="ctr" anchorCtr="0"/>
                </a:tc>
              </a:tr>
              <a:tr h="528320">
                <a:tc>
                  <a:txBody>
                    <a:bodyPr/>
                    <a:p>
                      <a:pPr marL="0" indent="0" fontAlgn="ctr">
                        <a:lnSpc>
                          <a:spcPts val="1320"/>
                        </a:lnSpc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</a:rPr>
                        <a:t>模型结构</a:t>
                      </a:r>
                      <a:endParaRPr lang="zh-CN" altLang="en-US" sz="1600" b="1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marL="106997" marR="106997" marT="76517" marB="76517" anchor="ctr" anchorCtr="0"/>
                </a:tc>
                <a:tc>
                  <a:txBody>
                    <a:bodyPr/>
                    <a:p>
                      <a:pPr marL="0" indent="0" algn="l" fontAlgn="b">
                        <a:lnSpc>
                          <a:spcPts val="1320"/>
                        </a:lnSpc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嵌入维度 / 层数 / 头数 / 前馈维度</a:t>
                      </a:r>
                      <a:endParaRPr lang="en-US" altLang="zh-CN" sz="1600" b="0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</a:txBody>
                  <a:tcPr marL="106997" marR="106997" marT="76517" marB="76517" anchor="ctr" anchorCtr="0"/>
                </a:tc>
                <a:tc>
                  <a:txBody>
                    <a:bodyPr/>
                    <a:p>
                      <a:pPr marL="0" indent="0" fontAlgn="ctr">
                        <a:lnSpc>
                          <a:spcPts val="1320"/>
                        </a:lnSpc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512 / 6 / 8 / 2048</a:t>
                      </a:r>
                      <a:endParaRPr lang="en-US" altLang="zh-CN" sz="1600" b="0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</a:txBody>
                  <a:tcPr marL="106997" marR="106997" marT="76517" marB="76517" anchor="ctr" anchorCtr="0"/>
                </a:tc>
              </a:tr>
              <a:tr h="528320">
                <a:tc>
                  <a:txBody>
                    <a:bodyPr/>
                    <a:p>
                      <a:pPr marL="0" indent="0" fontAlgn="ctr">
                        <a:lnSpc>
                          <a:spcPts val="1320"/>
                        </a:lnSpc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</a:rPr>
                        <a:t>训练</a:t>
                      </a:r>
                      <a:r>
                        <a:rPr lang="zh-CN" altLang="en-US" sz="1600" b="1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</a:rPr>
                        <a:t>参数</a:t>
                      </a:r>
                      <a:endParaRPr lang="zh-CN" altLang="en-US" sz="1600" b="1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marL="106997" marR="106997" marT="76517" marB="76517" anchor="ctr" anchorCtr="0"/>
                </a:tc>
                <a:tc>
                  <a:txBody>
                    <a:bodyPr/>
                    <a:p>
                      <a:pPr marL="0" indent="0" fontAlgn="ctr">
                        <a:lnSpc>
                          <a:spcPts val="1320"/>
                        </a:lnSpc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批大小 / 序列长度 / 训练轮数 / Dropout / 权重衰减</a:t>
                      </a:r>
                      <a:endParaRPr lang="en-US" altLang="zh-CN" sz="1600" b="0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</a:txBody>
                  <a:tcPr marL="106997" marR="106997" marT="76517" marB="76517" anchor="ctr" anchorCtr="0"/>
                </a:tc>
                <a:tc>
                  <a:txBody>
                    <a:bodyPr/>
                    <a:p>
                      <a:pPr marL="0" indent="0" fontAlgn="ctr">
                        <a:lnSpc>
                          <a:spcPts val="1320"/>
                        </a:lnSpc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128 / 64 / 100 / 0.3 / 0.1</a:t>
                      </a:r>
                      <a:endParaRPr lang="en-US" altLang="zh-CN" sz="1600" b="0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</a:txBody>
                  <a:tcPr marL="106997" marR="106997" marT="76517" marB="76517" anchor="ctr" anchorCtr="0"/>
                </a:tc>
              </a:tr>
              <a:tr h="528320">
                <a:tc>
                  <a:txBody>
                    <a:bodyPr/>
                    <a:p>
                      <a:pPr marL="0" indent="0" fontAlgn="ctr">
                        <a:lnSpc>
                          <a:spcPts val="1320"/>
                        </a:lnSpc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</a:rPr>
                        <a:t>优化器</a:t>
                      </a:r>
                      <a:endParaRPr lang="zh-CN" altLang="en-US" sz="1600" b="1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marL="106997" marR="106997" marT="76517" marB="76517" anchor="ctr" anchorCtr="0"/>
                </a:tc>
                <a:tc>
                  <a:txBody>
                    <a:bodyPr/>
                    <a:p>
                      <a:pPr marL="0" indent="0" fontAlgn="ctr">
                        <a:lnSpc>
                          <a:spcPts val="1320"/>
                        </a:lnSpc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Adam</a:t>
                      </a:r>
                      <a:endParaRPr lang="en-US" altLang="zh-CN" sz="1600" b="0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</a:txBody>
                  <a:tcPr marL="106997" marR="106997" marT="76517" marB="76517" anchor="ctr" anchorCtr="0"/>
                </a:tc>
                <a:tc>
                  <a:txBody>
                    <a:bodyPr/>
                    <a:p>
                      <a:pPr marL="0" indent="0" fontAlgn="ctr">
                        <a:lnSpc>
                          <a:spcPts val="1320"/>
                        </a:lnSpc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</a:rPr>
                        <a:t>峰值学习率 ≈ 2.2×10⁻³，预热 400 步</a:t>
                      </a:r>
                      <a:endParaRPr lang="en-US" altLang="zh-CN" sz="1600" b="0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marL="106997" marR="106997" marT="76517" marB="76517" anchor="ctr" anchorCtr="0"/>
                </a:tc>
              </a:tr>
              <a:tr h="528320">
                <a:tc>
                  <a:txBody>
                    <a:bodyPr/>
                    <a:p>
                      <a:pPr marL="0" indent="0" fontAlgn="ctr">
                        <a:lnSpc>
                          <a:spcPts val="1320"/>
                        </a:lnSpc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</a:rPr>
                        <a:t>损失函数</a:t>
                      </a:r>
                      <a:endParaRPr lang="zh-CN" altLang="en-US" sz="1600" b="1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marL="106997" marR="106997" marT="76517" marB="76517" anchor="ctr" anchorCtr="0"/>
                </a:tc>
                <a:tc>
                  <a:txBody>
                    <a:bodyPr/>
                    <a:p>
                      <a:pPr marL="0" indent="0" fontAlgn="ctr">
                        <a:lnSpc>
                          <a:spcPts val="1320"/>
                        </a:lnSpc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KL 散度损失 + 标签平滑</a:t>
                      </a:r>
                      <a:endParaRPr lang="en-US" altLang="zh-CN" sz="1600" b="0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</a:txBody>
                  <a:tcPr marL="106997" marR="106997" marT="76517" marB="76517" anchor="ctr" anchorCtr="0"/>
                </a:tc>
                <a:tc>
                  <a:txBody>
                    <a:bodyPr/>
                    <a:p>
                      <a:pPr marL="0" indent="0" fontAlgn="ctr">
                        <a:lnSpc>
                          <a:spcPts val="1320"/>
                        </a:lnSpc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</a:rPr>
                        <a:t>平滑系数 0.1</a:t>
                      </a:r>
                      <a:endParaRPr lang="en-US" altLang="zh-CN" sz="1600" b="0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marL="106997" marR="106997" marT="76517" marB="76517" anchor="ctr" anchorCtr="0"/>
                </a:tc>
              </a:tr>
            </a:tbl>
          </a:graphicData>
        </a:graphic>
      </p:graphicFrame>
      <p:sp>
        <p:nvSpPr>
          <p:cNvPr id="3" name="标题 2"/>
          <p:cNvSpPr>
            <a:spLocks noGrp="1"/>
          </p:cNvSpPr>
          <p:nvPr>
            <p:ph type="title" idx="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方案二，</a:t>
            </a:r>
            <a:r>
              <a:rPr lang="zh-CN" altLang="en-US"/>
              <a:t>原参数增加权重</a:t>
            </a:r>
            <a:r>
              <a:rPr lang="zh-CN" altLang="en-US"/>
              <a:t>衰减参数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450" y="3886835"/>
            <a:ext cx="4569460" cy="27432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313680" y="4023995"/>
            <a:ext cx="6736715" cy="21964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2026-08-28 13:48:41 | 训练完成! 总耗时: 2.7 分钟</a:t>
            </a: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2026-08-28 13:48:41 | 最佳验证 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Loss: 6.1578</a:t>
            </a:r>
            <a:endParaRPr lang="en-US" altLang="zh-CN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2026-08-28 13:48:41 | 最终训练 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Loss: 6.2296</a:t>
            </a:r>
            <a:endParaRPr lang="en-US" altLang="zh-CN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2026-08-28 13:48:41 | 最终验证 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Loss: 6.3351</a:t>
            </a:r>
            <a:endParaRPr lang="en-US" altLang="zh-CN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2026-08-28 13:48:41 | 模型参数量: 69,923,924</a:t>
            </a: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有很大的改善，但是依旧不够好，再尝试一下小模型的参数基础上加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权重衰减参数</a:t>
            </a: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endParaRPr lang="en-US" altLang="zh-CN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内容占位符 4"/>
          <p:cNvGraphicFramePr/>
          <p:nvPr>
            <p:ph idx="3"/>
            <p:custDataLst>
              <p:tags r:id="rId1"/>
            </p:custDataLst>
          </p:nvPr>
        </p:nvGraphicFramePr>
        <p:xfrm>
          <a:off x="695325" y="1245235"/>
          <a:ext cx="10800715" cy="264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9160"/>
                <a:gridCol w="5031105"/>
                <a:gridCol w="3600450"/>
              </a:tblGrid>
              <a:tr h="528320">
                <a:tc>
                  <a:txBody>
                    <a:bodyPr/>
                    <a:p>
                      <a:pPr marL="0" indent="0" algn="l">
                        <a:lnSpc>
                          <a:spcPts val="960"/>
                        </a:lnSpc>
                      </a:pPr>
                      <a:r>
                        <a:rPr lang="zh-CN" altLang="en-US" sz="1600" b="1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</a:rPr>
                        <a:t>类别</a:t>
                      </a:r>
                      <a:endParaRPr lang="zh-CN" altLang="en-US" sz="1600" b="1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marL="106997" marR="106997" marT="76517" marB="76517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960"/>
                        </a:lnSpc>
                      </a:pPr>
                      <a:r>
                        <a:rPr lang="zh-CN" altLang="en-US" sz="1600" b="1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</a:rPr>
                        <a:t>参数</a:t>
                      </a:r>
                      <a:endParaRPr lang="zh-CN" altLang="en-US" sz="1600" b="1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marL="106997" marR="106997" marT="76517" marB="76517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960"/>
                        </a:lnSpc>
                      </a:pPr>
                      <a:r>
                        <a:rPr lang="zh-CN" altLang="en-US" sz="1600" b="1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</a:rPr>
                        <a:t>设定值</a:t>
                      </a:r>
                      <a:endParaRPr lang="zh-CN" altLang="en-US" sz="1600" b="1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marL="106997" marR="106997" marT="76517" marB="76517" anchor="ctr" anchorCtr="0"/>
                </a:tc>
              </a:tr>
              <a:tr h="528320">
                <a:tc>
                  <a:txBody>
                    <a:bodyPr/>
                    <a:p>
                      <a:pPr marL="0" indent="0" fontAlgn="ctr">
                        <a:lnSpc>
                          <a:spcPts val="1320"/>
                        </a:lnSpc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</a:rPr>
                        <a:t>模型结构</a:t>
                      </a:r>
                      <a:endParaRPr lang="zh-CN" altLang="en-US" sz="1600" b="1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marL="106997" marR="106997" marT="76517" marB="76517" anchor="ctr" anchorCtr="0"/>
                </a:tc>
                <a:tc>
                  <a:txBody>
                    <a:bodyPr/>
                    <a:p>
                      <a:pPr marL="0" indent="0" algn="l" fontAlgn="b">
                        <a:lnSpc>
                          <a:spcPts val="1320"/>
                        </a:lnSpc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嵌入维度 / 层数 / 头数 / 前馈维度</a:t>
                      </a:r>
                      <a:endParaRPr lang="en-US" altLang="zh-CN" sz="1600" b="0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</a:txBody>
                  <a:tcPr marL="106997" marR="106997" marT="76517" marB="76517" anchor="ctr" anchorCtr="0"/>
                </a:tc>
                <a:tc>
                  <a:txBody>
                    <a:bodyPr/>
                    <a:p>
                      <a:pPr marL="0" indent="0" fontAlgn="ctr">
                        <a:lnSpc>
                          <a:spcPts val="1320"/>
                        </a:lnSpc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128 / 2 / 4 / 512</a:t>
                      </a:r>
                      <a:endParaRPr lang="en-US" altLang="zh-CN" sz="1600" b="0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  <a:p>
                      <a:pPr marL="0" indent="0" fontAlgn="ctr">
                        <a:lnSpc>
                          <a:spcPts val="1320"/>
                        </a:lnSpc>
                        <a:spcAft>
                          <a:spcPct val="0"/>
                        </a:spcAft>
                      </a:pPr>
                      <a:endParaRPr lang="en-US" altLang="zh-CN" sz="1600" b="0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</a:txBody>
                  <a:tcPr marL="106997" marR="106997" marT="76517" marB="76517" anchor="ctr" anchorCtr="0"/>
                </a:tc>
              </a:tr>
              <a:tr h="528320">
                <a:tc>
                  <a:txBody>
                    <a:bodyPr/>
                    <a:p>
                      <a:pPr marL="0" indent="0" fontAlgn="ctr">
                        <a:lnSpc>
                          <a:spcPts val="1320"/>
                        </a:lnSpc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</a:rPr>
                        <a:t>训练</a:t>
                      </a:r>
                      <a:r>
                        <a:rPr lang="zh-CN" altLang="en-US" sz="1600" b="1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</a:rPr>
                        <a:t>参数</a:t>
                      </a:r>
                      <a:endParaRPr lang="zh-CN" altLang="en-US" sz="1600" b="1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marL="106997" marR="106997" marT="76517" marB="76517" anchor="ctr" anchorCtr="0"/>
                </a:tc>
                <a:tc>
                  <a:txBody>
                    <a:bodyPr/>
                    <a:p>
                      <a:pPr marL="0" indent="0" fontAlgn="ctr">
                        <a:lnSpc>
                          <a:spcPts val="1320"/>
                        </a:lnSpc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批大小 / 序列长度 / 训练轮数 / Dropout / 权重衰减</a:t>
                      </a:r>
                      <a:endParaRPr lang="en-US" altLang="zh-CN" sz="1600" b="0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</a:txBody>
                  <a:tcPr marL="106997" marR="106997" marT="76517" marB="76517" anchor="ctr" anchorCtr="0"/>
                </a:tc>
                <a:tc>
                  <a:txBody>
                    <a:bodyPr/>
                    <a:p>
                      <a:pPr marL="0" indent="0" fontAlgn="ctr">
                        <a:lnSpc>
                          <a:spcPts val="1320"/>
                        </a:lnSpc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128 / 64 / 100 / 0.5 / 0.1</a:t>
                      </a:r>
                      <a:endParaRPr lang="en-US" altLang="zh-CN" sz="1600" b="0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</a:txBody>
                  <a:tcPr marL="106997" marR="106997" marT="76517" marB="76517" anchor="ctr" anchorCtr="0"/>
                </a:tc>
              </a:tr>
              <a:tr h="528320">
                <a:tc>
                  <a:txBody>
                    <a:bodyPr/>
                    <a:p>
                      <a:pPr marL="0" indent="0" fontAlgn="ctr">
                        <a:lnSpc>
                          <a:spcPts val="1320"/>
                        </a:lnSpc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</a:rPr>
                        <a:t>优化器</a:t>
                      </a:r>
                      <a:endParaRPr lang="zh-CN" altLang="en-US" sz="1600" b="1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marL="106997" marR="106997" marT="76517" marB="76517" anchor="ctr" anchorCtr="0"/>
                </a:tc>
                <a:tc>
                  <a:txBody>
                    <a:bodyPr/>
                    <a:p>
                      <a:pPr marL="0" indent="0" fontAlgn="ctr">
                        <a:lnSpc>
                          <a:spcPts val="1320"/>
                        </a:lnSpc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Adam</a:t>
                      </a:r>
                      <a:endParaRPr lang="en-US" altLang="zh-CN" sz="1600" b="0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</a:txBody>
                  <a:tcPr marL="106997" marR="106997" marT="76517" marB="76517" anchor="ctr" anchorCtr="0"/>
                </a:tc>
                <a:tc>
                  <a:txBody>
                    <a:bodyPr/>
                    <a:p>
                      <a:pPr marL="0" indent="0" fontAlgn="ctr">
                        <a:lnSpc>
                          <a:spcPts val="1320"/>
                        </a:lnSpc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</a:rPr>
                        <a:t>峰值学习率 ≈ 4.4×10⁻³，预热 400 步</a:t>
                      </a:r>
                      <a:endParaRPr lang="en-US" altLang="zh-CN" sz="1600" b="0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marL="106997" marR="106997" marT="76517" marB="76517" anchor="ctr" anchorCtr="0"/>
                </a:tc>
              </a:tr>
              <a:tr h="528320">
                <a:tc>
                  <a:txBody>
                    <a:bodyPr/>
                    <a:p>
                      <a:pPr marL="0" indent="0" fontAlgn="ctr">
                        <a:lnSpc>
                          <a:spcPts val="1320"/>
                        </a:lnSpc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</a:rPr>
                        <a:t>损失函数</a:t>
                      </a:r>
                      <a:endParaRPr lang="zh-CN" altLang="en-US" sz="1600" b="1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marL="106997" marR="106997" marT="76517" marB="76517" anchor="ctr" anchorCtr="0"/>
                </a:tc>
                <a:tc>
                  <a:txBody>
                    <a:bodyPr/>
                    <a:p>
                      <a:pPr marL="0" indent="0" fontAlgn="ctr">
                        <a:lnSpc>
                          <a:spcPts val="1320"/>
                        </a:lnSpc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KL 散度损失 + 标签平滑</a:t>
                      </a:r>
                      <a:endParaRPr lang="en-US" altLang="zh-CN" sz="1600" b="0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</a:txBody>
                  <a:tcPr marL="106997" marR="106997" marT="76517" marB="76517" anchor="ctr" anchorCtr="0"/>
                </a:tc>
                <a:tc>
                  <a:txBody>
                    <a:bodyPr/>
                    <a:p>
                      <a:pPr marL="0" indent="0" fontAlgn="ctr">
                        <a:lnSpc>
                          <a:spcPts val="1320"/>
                        </a:lnSpc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212529"/>
                          </a:solidFill>
                          <a:latin typeface="Times New Roman" panose="02020603050405020304" charset="0"/>
                          <a:ea typeface="黑体" panose="02010609060101010101" charset="-122"/>
                        </a:rPr>
                        <a:t>平滑系数 0.1</a:t>
                      </a:r>
                      <a:endParaRPr lang="en-US" altLang="zh-CN" sz="1600" b="0" i="0">
                        <a:solidFill>
                          <a:srgbClr val="212529"/>
                        </a:solidFill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marL="106997" marR="106997" marT="76517" marB="76517" anchor="ctr" anchorCtr="0"/>
                </a:tc>
              </a:tr>
            </a:tbl>
          </a:graphicData>
        </a:graphic>
      </p:graphicFrame>
      <p:sp>
        <p:nvSpPr>
          <p:cNvPr id="3" name="标题 2"/>
          <p:cNvSpPr>
            <a:spLocks noGrp="1"/>
          </p:cNvSpPr>
          <p:nvPr>
            <p:ph type="title" idx="2"/>
            <p:custDataLst>
              <p:tags r:id="rId2"/>
            </p:custDataLst>
          </p:nvPr>
        </p:nvSpPr>
        <p:spPr/>
        <p:txBody>
          <a:bodyPr/>
          <a:p>
            <a:r>
              <a:rPr>
                <a:sym typeface="+mn-ea"/>
              </a:rPr>
              <a:t>方案三，小模型</a:t>
            </a:r>
            <a:r>
              <a:rPr>
                <a:sym typeface="+mn-ea"/>
              </a:rPr>
              <a:t>参数增加权重衰减参数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810" y="3886835"/>
            <a:ext cx="4109720" cy="24676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203825" y="4024630"/>
            <a:ext cx="4966335" cy="2260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2026-08-28 13:49:56 | 训练完成! 总耗时: 1.1 分钟</a:t>
            </a: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2026-08-28 13:49:56 | 最佳验证 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Loss: 6.1699</a:t>
            </a:r>
            <a:endParaRPr lang="en-US" altLang="zh-CN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2026-08-28 13:49:56 | 最终训练 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Loss: 6.0833</a:t>
            </a:r>
            <a:endParaRPr lang="en-US" altLang="zh-CN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2026-08-28 13:49:56 | 最终验证 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Loss: 6.1705</a:t>
            </a:r>
            <a:endParaRPr lang="en-US" altLang="zh-CN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2026-08-28 13:49:56 | 模型参数量: 7,409,748</a:t>
            </a: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明显的效果好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多了</a:t>
            </a: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lang="en-US" altLang="zh-CN"/>
              <a:t>Transformer</a:t>
            </a:r>
            <a:r>
              <a:t>的</a:t>
            </a:r>
            <a:r>
              <a:t>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4787900" cy="1353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Transformer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是</a:t>
            </a:r>
            <a:r>
              <a:rPr b="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编码器 + 解码器两个模块，</a:t>
            </a:r>
            <a:r>
              <a:rPr lang="zh-CN" b="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而</a:t>
            </a:r>
            <a:r>
              <a:rPr lang="en-US" altLang="zh-CN" b="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gpt</a:t>
            </a:r>
            <a:r>
              <a:rPr lang="zh-CN" altLang="en-US" b="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是解码器结构</a:t>
            </a:r>
            <a:r>
              <a:rPr lang="en-US" altLang="zh-CN" b="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:</a:t>
            </a:r>
            <a:r>
              <a:rPr lang="zh-CN" b="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用</a:t>
            </a:r>
            <a:r>
              <a:rPr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N</a:t>
            </a:r>
            <a:r>
              <a:rPr 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个</a:t>
            </a:r>
            <a:r>
              <a:rPr b="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因果掩码的多头注意力 + 前馈网络堆叠 。</a:t>
            </a:r>
            <a:endParaRPr b="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>
              <a:spcAft>
                <a:spcPts val="600"/>
              </a:spcAft>
            </a:pPr>
            <a:endParaRPr b="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pic>
        <p:nvPicPr>
          <p:cNvPr id="5" name="Picture 4" descr="image-2166bc3b3085218c4a88046dcea2c30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312670"/>
            <a:ext cx="4702175" cy="395668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1655" y="2159635"/>
            <a:ext cx="6053455" cy="31781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699760" y="1325880"/>
            <a:ext cx="5975985" cy="741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ViT 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是纯编码器结构：把图像切成小块（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patch）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当作“视觉单词”，加上位置编码后送入 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Transformer 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编码器，即可完成图像分类。</a:t>
            </a:r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 idx="2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感谢您的观看与聆听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汇报人：</a:t>
            </a:r>
            <a:r>
              <a:rPr lang="en-US" altLang="zh-CN"/>
              <a:t>Jebert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10800,&quot;width&quot;:19200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TEXT_LAYER_COUNT" val="1"/>
</p:tagLst>
</file>

<file path=ppt/tags/tag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4.xml><?xml version="1.0" encoding="utf-8"?>
<p:tagLst xmlns:p="http://schemas.openxmlformats.org/presentationml/2006/main">
  <p:tag name="KSO_WM_UNIT_PRESET_TEXT" val="Simple &amp; Creative"/>
  <p:tag name="KSO_WM_UNIT_NOCLEAR" val="0"/>
  <p:tag name="KSO_WM_UNIT_VALUE" val="48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2*i*1"/>
  <p:tag name="KSO_WM_UNIT_LAYERLEVEL" val="1"/>
  <p:tag name="KSO_WM_TAG_VERSION" val="3.0"/>
  <p:tag name="PA" val="v5.2.11"/>
</p:tagLst>
</file>

<file path=ppt/tags/tag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PRESET_TEXT" val="单击此处编辑母版文本样式&#10;第二级&#10;第三级&#10;第四级&#10;第五级"/>
  <p:tag name="PA" val="v5.2.11"/>
  <p:tag name="KSO_WM_UNIT_TEXT_LAYER_COUNT" val="1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  <p:tag name="PA" val="v5.2.1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2*i*2"/>
  <p:tag name="KSO_WM_UNIT_LAYERLEVEL" val="1"/>
  <p:tag name="KSO_WM_TAG_VERSION" val="3.0"/>
  <p:tag name="KSO_WM_BEAUTIFY_FLAG" val="#wm#"/>
  <p:tag name="KSO_WM_UNIT_CONTENT_GROUP_TYPE" val="titlestyle"/>
  <p:tag name="PA" val="v5.2.1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ISCONTENTSTITLE" val="0"/>
  <p:tag name="KSO_WM_UNIT_ISNUMDGMTITLE" val="0"/>
  <p:tag name="KSO_WM_UNIT_PRESET_TEXT" val="Content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3*b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</p:tagLst>
</file>

<file path=ppt/tags/tag17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BEAUTIFY_FLAG" val="#wm#"/>
  <p:tag name="KSO_WM_UNIT_LINE_FORE_SCHEMECOLOR_INDEX_BRIGHTNESS" val="0"/>
  <p:tag name="KSO_WM_UNIT_LINE_FORE_SCHEMECOLOR_INDEX" val="5"/>
  <p:tag name="KSO_WM_UNIT_LINE_FILL_TYPE" val="2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4"/>
  <p:tag name="KSO_WM_UNIT_ID" val="_4*i*4"/>
  <p:tag name="KSO_WM_UNIT_LAYERLEVEL" val="1"/>
  <p:tag name="KSO_WM_TAG_VERSION" val="3.0"/>
</p:tagLst>
</file>

<file path=ppt/tags/tag24.xml><?xml version="1.0" encoding="utf-8"?>
<p:tagLst xmlns:p="http://schemas.openxmlformats.org/presentationml/2006/main">
  <p:tag name="KSO_WM_UNIT_PRESET_TEXT" val="Part One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</p:tagLst>
</file>

<file path=ppt/tags/tag2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5*i*1"/>
  <p:tag name="KSO_WM_UNIT_LAYERLEVEL" val="1"/>
  <p:tag name="KSO_WM_TAG_VERSION" val="3.0"/>
</p:tagLst>
</file>

<file path=ppt/tags/tag30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  <p:tag name="KSO_WM_UNIT_CONTENT_GROUP_TYPE" val="titlestyle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5*i*2"/>
  <p:tag name="KSO_WM_UNIT_LAYERLEVEL" val="1"/>
  <p:tag name="KSO_WM_TAG_VERSION" val="3.0"/>
  <p:tag name="KSO_WM_BEAUTIFY_FLAG" val="#wm#"/>
  <p:tag name="KSO_WM_UNIT_CONTENT_GROUP_TYPE" val="titlestyle"/>
</p:tagLst>
</file>

<file path=ppt/tags/tag3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  <p:tag name="KSO_WM_UNIT_TEXT_LAYER_COUNT" val="1"/>
</p:tagLst>
</file>

<file path=ppt/tags/tag3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  <p:tag name="KSO_WM_UNIT_TEXT_LAYER_COUNT" val="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6*i*1"/>
  <p:tag name="KSO_WM_UNIT_LAYERLEVEL" val="1"/>
  <p:tag name="KSO_WM_TAG_VERSION" val="3.0"/>
</p:tagLst>
</file>

<file path=ppt/tags/tag38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3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40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  <p:tag name="KSO_WM_UNIT_CONTENT_GROUP_TYPE" val="titlestyle"/>
</p:tagLst>
</file>

<file path=ppt/tags/tag4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6*i*2"/>
  <p:tag name="KSO_WM_UNIT_LAYERLEVEL" val="1"/>
  <p:tag name="KSO_WM_TAG_VERSION" val="3.0"/>
  <p:tag name="KSO_WM_UNIT_CONTENT_GROUP_TYPE" val="titlestyle"/>
</p:tagLst>
</file>

<file path=ppt/tags/tag4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  <p:tag name="KSO_WM_UNIT_TEXT_LAYER_COUNT" val="1"/>
</p:tagLst>
</file>

<file path=ppt/tags/tag4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  <p:tag name="KSO_WM_UNIT_TEXT_LAYER_COUNT" val="1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7*i*1"/>
  <p:tag name="KSO_WM_UNIT_LAYERLEVEL" val="1"/>
  <p:tag name="KSO_WM_TAG_VERSION" val="3.0"/>
</p:tagLst>
</file>

<file path=ppt/tags/tag48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  <p:tag name="KSO_WM_UNIT_CONTENT_GROUP_TYPE" val="titlestyle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7*i*2"/>
  <p:tag name="KSO_WM_UNIT_LAYERLEVEL" val="1"/>
  <p:tag name="KSO_WM_TAG_VERSION" val="3.0"/>
  <p:tag name="KSO_WM_BEAUTIFY_FLAG" val="#wm#"/>
  <p:tag name="KSO_WM_UNIT_CONTENT_GROUP_TYPE" val="titlestyle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8*i*1"/>
  <p:tag name="KSO_WM_UNIT_LAYERLEVEL" val="1"/>
  <p:tag name="KSO_WM_TAG_VERSION" val="3.0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9*i*1"/>
  <p:tag name="KSO_WM_UNIT_LAYERLEVEL" val="1"/>
  <p:tag name="KSO_WM_TAG_VERSION" val="3.0"/>
</p:tagLst>
</file>

<file path=ppt/tags/tag5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  <p:tag name="KSO_WM_UNIT_TEXT_LAYER_COUNT" val="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3.0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CONTENT_GROUP_TYPE" val="titlestyle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  <p:tag name="KSO_WM_UNIT_CONTENT_GROUP_TYPE" val="titlestyle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0*i*2"/>
  <p:tag name="KSO_WM_UNIT_LAYERLEVEL" val="1"/>
  <p:tag name="KSO_WM_TAG_VERSION" val="3.0"/>
  <p:tag name="KSO_WM_BEAUTIFY_FLAG" val="#wm#"/>
  <p:tag name="KSO_WM_UNIT_CONTENT_GROUP_TYPE" val="titlestyle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UNIT_TYPE" val="i"/>
  <p:tag name="KSO_WM_UNIT_INDEX" val="1"/>
</p:tagLst>
</file>

<file path=ppt/tags/tag70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您的观看与聆听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  <p:tag name="KSO_WM_UNIT_CONTENT_GROUP_TYPE" val="contentchip"/>
</p:tagLst>
</file>

<file path=ppt/tags/tag71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TEXT_LAYER_COUNT" val="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  <p:tag name="KSO_WM_UNIT_CONTENT_GROUP_TYPE" val="titlestyle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TEXT_LAYER_COUNT" val="1"/>
  <p:tag name="KSO_WM_TEMPLATE_CATEGORY" val="custom"/>
  <p:tag name="KSO_WM_TEMPLATE_INDEX" val="20230230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TEMPLATE_CATEGORY" val="custom"/>
  <p:tag name="KSO_WM_TEMPLATE_INDEX" val="20230230"/>
</p:tagLst>
</file>

<file path=ppt/tags/tag82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230"/>
  <p:tag name="KSO_WM_TEMPLATE_THUMBS_INDEX" val="1、11"/>
</p:tagLst>
</file>

<file path=ppt/tags/tag83.xml><?xml version="1.0" encoding="utf-8"?>
<p:tagLst xmlns:p="http://schemas.openxmlformats.org/presentationml/2006/main">
  <p:tag name="KSO_WM_UNIT_PLACING_PICTURE_USER_VIEWPORT" val="{&quot;height&quot;:10800,&quot;width&quot;:19200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TEXT_LAYER_COUNT" val="1"/>
</p:tagLst>
</file>

<file path=ppt/tags/tag8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86.xml><?xml version="1.0" encoding="utf-8"?>
<p:tagLst xmlns:p="http://schemas.openxmlformats.org/presentationml/2006/main">
  <p:tag name="KSO_WM_UNIT_PRESET_TEXT" val="Simple &amp; Creative"/>
  <p:tag name="KSO_WM_UNIT_NOCLEAR" val="0"/>
  <p:tag name="KSO_WM_UNIT_VALUE" val="48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2*i*1"/>
  <p:tag name="KSO_WM_UNIT_LAYERLEVEL" val="1"/>
  <p:tag name="KSO_WM_TAG_VERSION" val="3.0"/>
  <p:tag name="PA" val="v5.2.11"/>
</p:tagLst>
</file>

<file path=ppt/tags/tag9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PRESET_TEXT" val="单击此处编辑母版文本样式&#10;第二级&#10;第三级&#10;第四级&#10;第五级"/>
  <p:tag name="PA" val="v5.2.11"/>
  <p:tag name="KSO_WM_UNIT_TEXT_LAYER_COUNT" val="1"/>
</p:tagLst>
</file>

<file path=ppt/tags/tag9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  <p:tag name="PA" val="v5.2.1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2*i*2"/>
  <p:tag name="KSO_WM_UNIT_LAYERLEVEL" val="1"/>
  <p:tag name="KSO_WM_TAG_VERSION" val="3.0"/>
  <p:tag name="KSO_WM_BEAUTIFY_FLAG" val="#wm#"/>
  <p:tag name="KSO_WM_UNIT_CONTENT_GROUP_TYPE" val="titlestyle"/>
  <p:tag name="PA" val="v5.2.1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ISCONTENTSTITLE" val="0"/>
  <p:tag name="KSO_WM_UNIT_ISNUMDGMTITLE" val="0"/>
  <p:tag name="KSO_WM_UNIT_PRESET_TEXT" val="Content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3*b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</p:tagLst>
</file>

<file path=ppt/tags/tag99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BEAUTIFY_FLAG" val="#wm#"/>
  <p:tag name="KSO_WM_UNIT_LINE_FORE_SCHEMECOLOR_INDEX_BRIGHTNESS" val="0"/>
  <p:tag name="KSO_WM_UNIT_LINE_FORE_SCHEMECOLOR_INDEX" val="5"/>
  <p:tag name="KSO_WM_UNIT_LINE_FILL_TYPE" val="2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4"/>
  <p:tag name="KSO_WM_UNIT_ID" val="_4*i*4"/>
  <p:tag name="KSO_WM_UNIT_LAYERLEVEL" val="1"/>
  <p:tag name="KSO_WM_TAG_VERSION" val="3.0"/>
</p:tagLst>
</file>

<file path=ppt/tags/tag106.xml><?xml version="1.0" encoding="utf-8"?>
<p:tagLst xmlns:p="http://schemas.openxmlformats.org/presentationml/2006/main">
  <p:tag name="KSO_WM_UNIT_PRESET_TEXT" val="Part One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</p:tagLst>
</file>

<file path=ppt/tags/tag107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5*i*1"/>
  <p:tag name="KSO_WM_UNIT_LAYERLEVEL" val="1"/>
  <p:tag name="KSO_WM_TAG_VERSION" val="3.0"/>
</p:tagLst>
</file>

<file path=ppt/tags/tag112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  <p:tag name="KSO_WM_UNIT_CONTENT_GROUP_TYPE" val="titlestyle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5*i*2"/>
  <p:tag name="KSO_WM_UNIT_LAYERLEVEL" val="1"/>
  <p:tag name="KSO_WM_TAG_VERSION" val="3.0"/>
  <p:tag name="KSO_WM_BEAUTIFY_FLAG" val="#wm#"/>
  <p:tag name="KSO_WM_UNIT_CONTENT_GROUP_TYPE" val="titlestyle"/>
</p:tagLst>
</file>

<file path=ppt/tags/tag11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  <p:tag name="KSO_WM_UNIT_TEXT_LAYER_COUNT" val="1"/>
</p:tagLst>
</file>

<file path=ppt/tags/tag11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  <p:tag name="KSO_WM_UNIT_TEXT_LAYER_COUNT" val="1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1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6*i*1"/>
  <p:tag name="KSO_WM_UNIT_LAYERLEVEL" val="1"/>
  <p:tag name="KSO_WM_TAG_VERSION" val="3.0"/>
</p:tagLst>
</file>

<file path=ppt/tags/tag120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121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122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  <p:tag name="KSO_WM_UNIT_CONTENT_GROUP_TYPE" val="titlestyle"/>
</p:tagLst>
</file>

<file path=ppt/tags/tag12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6*i*2"/>
  <p:tag name="KSO_WM_UNIT_LAYERLEVEL" val="1"/>
  <p:tag name="KSO_WM_TAG_VERSION" val="3.0"/>
  <p:tag name="KSO_WM_UNIT_CONTENT_GROUP_TYPE" val="titlestyle"/>
</p:tagLst>
</file>

<file path=ppt/tags/tag12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  <p:tag name="KSO_WM_UNIT_TEXT_LAYER_COUNT" val="1"/>
</p:tagLst>
</file>

<file path=ppt/tags/tag12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  <p:tag name="KSO_WM_UNIT_TEXT_LAYER_COUNT" val="1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2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7*i*1"/>
  <p:tag name="KSO_WM_UNIT_LAYERLEVEL" val="1"/>
  <p:tag name="KSO_WM_TAG_VERSION" val="3.0"/>
</p:tagLst>
</file>

<file path=ppt/tags/tag130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  <p:tag name="KSO_WM_UNIT_CONTENT_GROUP_TYPE" val="titlestyle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7*i*2"/>
  <p:tag name="KSO_WM_UNIT_LAYERLEVEL" val="1"/>
  <p:tag name="KSO_WM_TAG_VERSION" val="3.0"/>
  <p:tag name="KSO_WM_BEAUTIFY_FLAG" val="#wm#"/>
  <p:tag name="KSO_WM_UNIT_CONTENT_GROUP_TYPE" val="titlestyle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3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8*i*1"/>
  <p:tag name="KSO_WM_UNIT_LAYERLEVEL" val="1"/>
  <p:tag name="KSO_WM_TAG_VERSION" val="3.0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3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9*i*1"/>
  <p:tag name="KSO_WM_UNIT_LAYERLEVEL" val="1"/>
  <p:tag name="KSO_WM_TAG_VERSION" val="3.0"/>
</p:tagLst>
</file>

<file path=ppt/tags/tag14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  <p:tag name="KSO_WM_UNIT_TEXT_LAYER_COUNT" val="1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4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3.0"/>
</p:tagLst>
</file>

<file path=ppt/tags/tag14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CONTENT_GROUP_TYPE" val="titlestyle"/>
</p:tagLst>
</file>

<file path=ppt/tags/tag146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  <p:tag name="KSO_WM_UNIT_CONTENT_GROUP_TYPE" val="titlestyle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0*i*2"/>
  <p:tag name="KSO_WM_UNIT_LAYERLEVEL" val="1"/>
  <p:tag name="KSO_WM_TAG_VERSION" val="3.0"/>
  <p:tag name="KSO_WM_BEAUTIFY_FLAG" val="#wm#"/>
  <p:tag name="KSO_WM_UNIT_CONTENT_GROUP_TYPE" val="titlestyle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5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UNIT_TYPE" val="i"/>
  <p:tag name="KSO_WM_UNIT_INDEX" val="1"/>
</p:tagLst>
</file>

<file path=ppt/tags/tag152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您的观看与聆听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  <p:tag name="KSO_WM_UNIT_CONTENT_GROUP_TYPE" val="contentchip"/>
</p:tagLst>
</file>

<file path=ppt/tags/tag153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TEXT_LAYER_COUNT" val="1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5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  <p:tag name="KSO_WM_UNIT_CONTENT_GROUP_TYPE" val="titlestyle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TEXT_LAYER_COUNT" val="1"/>
  <p:tag name="KSO_WM_TEMPLATE_CATEGORY" val="custom"/>
  <p:tag name="KSO_WM_TEMPLATE_INDEX" val="20230230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TEMPLATE_CATEGORY" val="custom"/>
  <p:tag name="KSO_WM_TEMPLATE_INDEX" val="20230230"/>
</p:tagLst>
</file>

<file path=ppt/tags/tag164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230"/>
  <p:tag name="KSO_WM_TEMPLATE_THUMBS_INDEX" val="1、11"/>
</p:tagLst>
</file>

<file path=ppt/tags/tag165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230_1*f*1"/>
  <p:tag name="KSO_WM_TEMPLATE_CATEGORY" val="custom"/>
  <p:tag name="KSO_WM_TEMPLATE_INDEX" val="20230230"/>
  <p:tag name="KSO_WM_UNIT_LAYERLEVEL" val="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TEXT_LAYER_COUNT" val="1"/>
  <p:tag name="KSO_WM_UNIT_PRESET_TEXT_INDEX" val="-1"/>
  <p:tag name="KSO_WM_UNIT_PRESET_TEXT_LEN" val="0"/>
</p:tagLst>
</file>

<file path=ppt/tags/tag16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30_1*a*1"/>
  <p:tag name="KSO_WM_TEMPLATE_CATEGORY" val="custom"/>
  <p:tag name="KSO_WM_TEMPLATE_INDEX" val="20230230"/>
  <p:tag name="KSO_WM_UNIT_LAYERLEVEL" val="1"/>
  <p:tag name="KSO_WM_TAG_VERSION" val="3.0"/>
  <p:tag name="KSO_WM_BEAUTIFY_FLAG" val="#wm#"/>
  <p:tag name="KSO_WM_UNIT_CONTENT_GROUP_TYPE" val="contentchip"/>
  <p:tag name="KSO_WM_UNIT_TEXT_TYPE" val="1"/>
  <p:tag name="KSO_WM_UNIT_PRESET_TEXT" val="单击添加文档标题"/>
</p:tagLst>
</file>

<file path=ppt/tags/tag167.xml><?xml version="1.0" encoding="utf-8"?>
<p:tagLst xmlns:p="http://schemas.openxmlformats.org/presentationml/2006/main">
  <p:tag name="KSO_WM_SLIDE_ID" val="custom20230230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0230"/>
  <p:tag name="KSO_WM_SLIDE_LAYOUT" val="a_b_f"/>
  <p:tag name="KSO_WM_SLIDE_LAYOUT_CNT" val="1_1_1"/>
  <p:tag name="KSO_WM_TEMPLATE_THUMBS_INDEX" val="1、11"/>
  <p:tag name="KSO_WM_SLIDE_CONTENT_AREA" val="{&quot;left&quot;:&quot;46.45&quot;,&quot;top&quot;:&quot;101.75&quot;,&quot;width&quot;:&quot;613.6&quot;,&quot;height&quot;:&quot;315.15&quot;}"/>
</p:tagLst>
</file>

<file path=ppt/tags/tag168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30_9*e*1"/>
  <p:tag name="KSO_WM_TEMPLATE_CATEGORY" val="custom"/>
  <p:tag name="KSO_WM_TEMPLATE_INDEX" val="20230230"/>
  <p:tag name="KSO_WM_UNIT_LAYERLEVEL" val="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PRESET_TEXT_INDEX" val="-1"/>
  <p:tag name="KSO_WM_UNIT_PRESET_TEXT_LEN" val="0"/>
</p:tagLst>
</file>

<file path=ppt/tags/tag16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30_9*a*1"/>
  <p:tag name="KSO_WM_TEMPLATE_CATEGORY" val="custom"/>
  <p:tag name="KSO_WM_TEMPLATE_INDEX" val="20230230"/>
  <p:tag name="KSO_WM_UNIT_LAYERLEVEL" val="1"/>
  <p:tag name="KSO_WM_TAG_VERSION" val="3.0"/>
  <p:tag name="KSO_WM_BEAUTIFY_FLAG" val="#wm#"/>
  <p:tag name="KSO_WM_UNIT_CONTENT_GROUP_TYPE" val="contentchip"/>
  <p:tag name="KSO_WM_UNIT_TEXT_TYPE" val="1"/>
  <p:tag name="KSO_WM_UNIT_PRESET_TEXT" val="添加章节标题"/>
</p:tagLst>
</file>

<file path=ppt/tags/tag170.xml><?xml version="1.0" encoding="utf-8"?>
<p:tagLst xmlns:p="http://schemas.openxmlformats.org/presentationml/2006/main">
  <p:tag name="KSO_WM_SLIDE_ID" val="custom20230230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230"/>
  <p:tag name="KSO_WM_SLIDE_LAYOUT" val="a_e"/>
  <p:tag name="KSO_WM_SLIDE_LAYOUT_CNT" val="1_1"/>
  <p:tag name="KSO_WM_SLIDE_TYPE" val="sectionTitle"/>
  <p:tag name="KSO_WM_SLIDE_SUBTYPE" val="pureTxt"/>
  <p:tag name="KSO_WM_SLIDE_CONTENT_AREA" val="{&quot;left&quot;:&quot;26.85&quot;,&quot;top&quot;:&quot;79.65&quot;,&quot;width&quot;:&quot;618.65&quot;,&quot;height&quot;:&quot;320.9&quot;}"/>
</p:tagLst>
</file>

<file path=ppt/tags/tag171.xml><?xml version="1.0" encoding="utf-8"?>
<p:tagLst xmlns:p="http://schemas.openxmlformats.org/presentationml/2006/main">
  <p:tag name="KSO_WM_BEAUTIFY_FLAG" val="#wm#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UNIT_TEXT_FILL_FORE_SCHEMECOLOR_INDEX_BRIGHTNESS" val="0.25"/>
  <p:tag name="KSO_WM_UNIT_TEXT_FILL_FORE_SCHEMECOLOR_INDEX" val="13"/>
  <p:tag name="KSO_WM_UNIT_TEXT_FILL_TYPE" val="1"/>
  <p:tag name="KSO_WM_UNIT_PRESET_TEXT" val="单击此处编辑母版文本样式&#10;第二级&#10;第三级&#10;第四级&#10;第五级"/>
  <p:tag name="PA" val="v5.2.11"/>
  <p:tag name="KSO_WM_UNIT_TEXT_LAYER_COUNT" val="1"/>
</p:tagLst>
</file>

<file path=ppt/tags/tag17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  <p:tag name="PA" val="v5.2.11"/>
</p:tagLst>
</file>

<file path=ppt/tags/tag173.xml><?xml version="1.0" encoding="utf-8"?>
<p:tagLst xmlns:p="http://schemas.openxmlformats.org/presentationml/2006/main">
  <p:tag name="KSO_WM_BEAUTIFY_FLAG" val="#wm#"/>
  <p:tag name="KSO_WM_TEMPLATE_CATEGORY" val="custom"/>
  <p:tag name="KSO_WM_TEMPLATE_INDEX" val="20230230"/>
</p:tagLst>
</file>

<file path=ppt/tags/tag17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230_10*f*1"/>
  <p:tag name="KSO_WM_TEMPLATE_CATEGORY" val="custom"/>
  <p:tag name="KSO_WM_TEMPLATE_INDEX" val="20230230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PA" val="v5.2.11"/>
  <p:tag name="KSO_WM_UNIT_TEXT_TYPE" val="1"/>
  <p:tag name="KSO_WM_UNIT_TEXT_LAYER_COUNT" val="1"/>
  <p:tag name="KSO_WM_UNIT_PRESET_TEXT" val="单击此处添加文本"/>
</p:tagLst>
</file>

<file path=ppt/tags/tag17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30_10*a*1"/>
  <p:tag name="KSO_WM_TEMPLATE_CATEGORY" val="custom"/>
  <p:tag name="KSO_WM_TEMPLATE_INDEX" val="20230230"/>
  <p:tag name="KSO_WM_UNIT_LAYERLEVEL" val="1"/>
  <p:tag name="KSO_WM_TAG_VERSION" val="3.0"/>
  <p:tag name="KSO_WM_BEAUTIFY_FLAG" val="#wm#"/>
  <p:tag name="KSO_WM_UNIT_CONTENT_GROUP_TYPE" val="titlestyle"/>
  <p:tag name="PA" val="v5.2.11"/>
  <p:tag name="KSO_WM_UNIT_TEXT_TYPE" val="1"/>
  <p:tag name="KSO_WM_UNIT_PRESET_TEXT" val="单击此处添加文档标题"/>
</p:tagLst>
</file>

<file path=ppt/tags/tag176.xml><?xml version="1.0" encoding="utf-8"?>
<p:tagLst xmlns:p="http://schemas.openxmlformats.org/presentationml/2006/main">
  <p:tag name="KSO_WM_SLIDE_ID" val="custom20230230_10"/>
  <p:tag name="KSO_WM_TEMPLATE_SUBCATEGORY" val="29"/>
  <p:tag name="KSO_WM_TEMPLATE_MASTER_TYPE" val="0"/>
  <p:tag name="KSO_WM_TEMPLATE_COLOR_TYPE" val="0"/>
  <p:tag name="KSO_WM_SLIDE_ITEM_CNT" val="0"/>
  <p:tag name="KSO_WM_SLIDE_INDEX" val="10"/>
  <p:tag name="KSO_WM_TAG_VERSION" val="3.0"/>
  <p:tag name="KSO_WM_BEAUTIFY_FLAG" val="#wm#"/>
  <p:tag name="KSO_WM_TEMPLATE_CATEGORY" val="custom"/>
  <p:tag name="KSO_WM_TEMPLATE_INDEX" val="20230230"/>
  <p:tag name="KSO_WM_SLIDE_TYPE" val="text"/>
  <p:tag name="KSO_WM_SLIDE_SUBTYPE" val="pureTxt"/>
  <p:tag name="KSO_WM_SLIDE_SIZE" val="850*445"/>
  <p:tag name="KSO_WM_SLIDE_POSITION" val="54*41"/>
  <p:tag name="KSO_WM_SLIDE_LAYOUT" val="a_f"/>
  <p:tag name="KSO_WM_SLIDE_LAYOUT_CNT" val="1_1"/>
  <p:tag name="KSO_WM_SPECIAL_SOURCE" val="bdnull"/>
  <p:tag name="KSO_WM_SLIDE_LAYOUT_NAME" val="标题和内容"/>
</p:tagLst>
</file>

<file path=ppt/tags/tag17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PRESET_TEXT" val="单击此处编辑母版文本样式&#10;第二级&#10;第三级&#10;第四级&#10;第五级"/>
  <p:tag name="PA" val="v5.2.11"/>
  <p:tag name="KSO_WM_UNIT_TEXT_LAYER_COUNT" val="1"/>
</p:tagLst>
</file>

<file path=ppt/tags/tag17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  <p:tag name="PA" val="v5.2.11"/>
</p:tagLst>
</file>

<file path=ppt/tags/tag179.xml><?xml version="1.0" encoding="utf-8"?>
<p:tagLst xmlns:p="http://schemas.openxmlformats.org/presentationml/2006/main">
  <p:tag name="KSO_WM_BEAUTIFY_FLAG" val="#wm#"/>
  <p:tag name="KSO_WM_TEMPLATE_CATEGORY" val="custom"/>
  <p:tag name="KSO_WM_TEMPLATE_INDEX" val="20230230"/>
</p:tagLst>
</file>

<file path=ppt/tags/tag18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PRESET_TEXT" val="单击此处编辑母版文本样式&#10;第二级&#10;第三级&#10;第四级&#10;第五级"/>
  <p:tag name="PA" val="v5.2.11"/>
  <p:tag name="KSO_WM_UNIT_TEXT_LAYER_COUNT" val="1"/>
</p:tagLst>
</file>

<file path=ppt/tags/tag18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  <p:tag name="PA" val="v5.2.11"/>
</p:tagLst>
</file>

<file path=ppt/tags/tag182.xml><?xml version="1.0" encoding="utf-8"?>
<p:tagLst xmlns:p="http://schemas.openxmlformats.org/presentationml/2006/main">
  <p:tag name="KSO_WM_BEAUTIFY_FLAG" val="#wm#"/>
  <p:tag name="KSO_WM_TEMPLATE_CATEGORY" val="custom"/>
  <p:tag name="KSO_WM_TEMPLATE_INDEX" val="20230230"/>
</p:tagLst>
</file>

<file path=ppt/tags/tag18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PRESET_TEXT" val="单击此处编辑母版文本样式&#10;第二级&#10;第三级&#10;第四级&#10;第五级"/>
  <p:tag name="PA" val="v5.2.11"/>
  <p:tag name="KSO_WM_UNIT_TEXT_LAYER_COUNT" val="1"/>
</p:tagLst>
</file>

<file path=ppt/tags/tag18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  <p:tag name="PA" val="v5.2.11"/>
</p:tagLst>
</file>

<file path=ppt/tags/tag185.xml><?xml version="1.0" encoding="utf-8"?>
<p:tagLst xmlns:p="http://schemas.openxmlformats.org/presentationml/2006/main">
  <p:tag name="KSO_WM_BEAUTIFY_FLAG" val="#wm#"/>
  <p:tag name="KSO_WM_TEMPLATE_CATEGORY" val="custom"/>
  <p:tag name="KSO_WM_TEMPLATE_INDEX" val="20230230"/>
</p:tagLst>
</file>

<file path=ppt/tags/tag18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PRESET_TEXT" val="单击此处编辑母版文本样式&#10;第二级&#10;第三级&#10;第四级&#10;第五级"/>
  <p:tag name="PA" val="v5.2.11"/>
  <p:tag name="KSO_WM_UNIT_TEXT_LAYER_COUNT" val="1"/>
</p:tagLst>
</file>

<file path=ppt/tags/tag18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  <p:tag name="PA" val="v5.2.11"/>
</p:tagLst>
</file>

<file path=ppt/tags/tag188.xml><?xml version="1.0" encoding="utf-8"?>
<p:tagLst xmlns:p="http://schemas.openxmlformats.org/presentationml/2006/main">
  <p:tag name="KSO_WM_BEAUTIFY_FLAG" val="#wm#"/>
  <p:tag name="KSO_WM_TEMPLATE_CATEGORY" val="custom"/>
  <p:tag name="KSO_WM_TEMPLATE_INDEX" val="20230230"/>
</p:tagLst>
</file>

<file path=ppt/tags/tag18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PRESET_TEXT" val="单击此处编辑母版文本样式&#10;第二级&#10;第三级&#10;第四级&#10;第五级"/>
  <p:tag name="PA" val="v5.2.11"/>
  <p:tag name="KSO_WM_UNIT_TEXT_LAYER_COUNT" val="1"/>
</p:tagLst>
</file>

<file path=ppt/tags/tag19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  <p:tag name="PA" val="v5.2.11"/>
</p:tagLst>
</file>

<file path=ppt/tags/tag191.xml><?xml version="1.0" encoding="utf-8"?>
<p:tagLst xmlns:p="http://schemas.openxmlformats.org/presentationml/2006/main">
  <p:tag name="KSO_WM_BEAUTIFY_FLAG" val="#wm#"/>
  <p:tag name="KSO_WM_TEMPLATE_CATEGORY" val="custom"/>
  <p:tag name="KSO_WM_TEMPLATE_INDEX" val="20230230"/>
</p:tagLst>
</file>

<file path=ppt/tags/tag19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PRESET_TEXT" val="单击此处编辑母版文本样式&#10;第二级&#10;第三级&#10;第四级&#10;第五级"/>
  <p:tag name="PA" val="v5.2.11"/>
  <p:tag name="KSO_WM_UNIT_TEXT_LAYER_COUNT" val="1"/>
</p:tagLst>
</file>

<file path=ppt/tags/tag19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  <p:tag name="PA" val="v5.2.11"/>
</p:tagLst>
</file>

<file path=ppt/tags/tag194.xml><?xml version="1.0" encoding="utf-8"?>
<p:tagLst xmlns:p="http://schemas.openxmlformats.org/presentationml/2006/main">
  <p:tag name="KSO_WM_BEAUTIFY_FLAG" val="#wm#"/>
  <p:tag name="KSO_WM_TEMPLATE_CATEGORY" val="custom"/>
  <p:tag name="KSO_WM_TEMPLATE_INDEX" val="20230230"/>
</p:tagLst>
</file>

<file path=ppt/tags/tag19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  <p:tag name="PA" val="v5.2.11"/>
</p:tagLst>
</file>

<file path=ppt/tags/tag19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PRESET_TEXT" val="单击此处编辑母版文本样式&#10;第二级&#10;第三级&#10;第四级&#10;第五级"/>
  <p:tag name="PA" val="v5.2.11"/>
  <p:tag name="KSO_WM_UNIT_TEXT_LAYER_COUNT" val="1"/>
</p:tagLst>
</file>

<file path=ppt/tags/tag197.xml><?xml version="1.0" encoding="utf-8"?>
<p:tagLst xmlns:p="http://schemas.openxmlformats.org/presentationml/2006/main">
  <p:tag name="KSO_WM_BEAUTIFY_FLAG" val="#wm#"/>
  <p:tag name="KSO_WM_TEMPLATE_CATEGORY" val="custom"/>
  <p:tag name="KSO_WM_TEMPLATE_INDEX" val="20230230"/>
</p:tagLst>
</file>

<file path=ppt/tags/tag19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PRESET_TEXT" val="单击此处编辑母版文本样式&#10;第二级&#10;第三级&#10;第四级&#10;第五级"/>
  <p:tag name="PA" val="v5.2.11"/>
  <p:tag name="KSO_WM_UNIT_TEXT_LAYER_COUNT" val="1"/>
</p:tagLst>
</file>

<file path=ppt/tags/tag19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  <p:tag name="PA" val="v5.2.11"/>
</p:tagLst>
</file>

<file path=ppt/tags/tag200.xml><?xml version="1.0" encoding="utf-8"?>
<p:tagLst xmlns:p="http://schemas.openxmlformats.org/presentationml/2006/main">
  <p:tag name="KSO_WM_BEAUTIFY_FLAG" val="#wm#"/>
  <p:tag name="KSO_WM_TEMPLATE_CATEGORY" val="custom"/>
  <p:tag name="KSO_WM_TEMPLATE_INDEX" val="20230230"/>
</p:tagLst>
</file>

<file path=ppt/tags/tag20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PRESET_TEXT" val="单击此处编辑母版文本样式&#10;第二级&#10;第三级&#10;第四级&#10;第五级"/>
  <p:tag name="PA" val="v5.2.11"/>
  <p:tag name="KSO_WM_UNIT_TEXT_LAYER_COUNT" val="1"/>
</p:tagLst>
</file>

<file path=ppt/tags/tag20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  <p:tag name="PA" val="v5.2.11"/>
</p:tagLst>
</file>

<file path=ppt/tags/tag203.xml><?xml version="1.0" encoding="utf-8"?>
<p:tagLst xmlns:p="http://schemas.openxmlformats.org/presentationml/2006/main">
  <p:tag name="KSO_WM_BEAUTIFY_FLAG" val="#wm#"/>
  <p:tag name="KSO_WM_TEMPLATE_CATEGORY" val="custom"/>
  <p:tag name="KSO_WM_TEMPLATE_INDEX" val="20230230"/>
</p:tagLst>
</file>

<file path=ppt/tags/tag20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PRESET_TEXT" val="单击此处编辑母版文本样式&#10;第二级&#10;第三级&#10;第四级&#10;第五级"/>
  <p:tag name="PA" val="v5.2.11"/>
  <p:tag name="KSO_WM_UNIT_TEXT_LAYER_COUNT" val="1"/>
</p:tagLst>
</file>

<file path=ppt/tags/tag20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  <p:tag name="PA" val="v5.2.11"/>
</p:tagLst>
</file>

<file path=ppt/tags/tag206.xml><?xml version="1.0" encoding="utf-8"?>
<p:tagLst xmlns:p="http://schemas.openxmlformats.org/presentationml/2006/main">
  <p:tag name="KSO_WM_BEAUTIFY_FLAG" val="#wm#"/>
  <p:tag name="KSO_WM_TEMPLATE_CATEGORY" val="custom"/>
  <p:tag name="KSO_WM_TEMPLATE_INDEX" val="20230230"/>
</p:tagLst>
</file>

<file path=ppt/tags/tag207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30_9*e*1"/>
  <p:tag name="KSO_WM_TEMPLATE_CATEGORY" val="custom"/>
  <p:tag name="KSO_WM_TEMPLATE_INDEX" val="20230230"/>
  <p:tag name="KSO_WM_UNIT_LAYERLEVEL" val="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PRESET_TEXT_INDEX" val="-1"/>
  <p:tag name="KSO_WM_UNIT_PRESET_TEXT_LEN" val="0"/>
</p:tagLst>
</file>

<file path=ppt/tags/tag20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30_9*a*1"/>
  <p:tag name="KSO_WM_TEMPLATE_CATEGORY" val="custom"/>
  <p:tag name="KSO_WM_TEMPLATE_INDEX" val="20230230"/>
  <p:tag name="KSO_WM_UNIT_LAYERLEVEL" val="1"/>
  <p:tag name="KSO_WM_TAG_VERSION" val="3.0"/>
  <p:tag name="KSO_WM_BEAUTIFY_FLAG" val="#wm#"/>
  <p:tag name="KSO_WM_UNIT_CONTENT_GROUP_TYPE" val="contentchip"/>
  <p:tag name="KSO_WM_UNIT_TEXT_TYPE" val="1"/>
  <p:tag name="KSO_WM_UNIT_PRESET_TEXT" val="添加章节标题"/>
</p:tagLst>
</file>

<file path=ppt/tags/tag209.xml><?xml version="1.0" encoding="utf-8"?>
<p:tagLst xmlns:p="http://schemas.openxmlformats.org/presentationml/2006/main">
  <p:tag name="KSO_WM_SLIDE_ID" val="custom20230230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230"/>
  <p:tag name="KSO_WM_SLIDE_LAYOUT" val="a_e"/>
  <p:tag name="KSO_WM_SLIDE_LAYOUT_CNT" val="1_1"/>
  <p:tag name="KSO_WM_SLIDE_TYPE" val="sectionTitle"/>
  <p:tag name="KSO_WM_SLIDE_SUBTYPE" val="pureTxt"/>
  <p:tag name="KSO_WM_SLIDE_CONTENT_AREA" val="{&quot;left&quot;:&quot;26.85&quot;,&quot;top&quot;:&quot;79.65&quot;,&quot;width&quot;:&quot;618.65&quot;,&quot;height&quot;:&quot;320.9&quot;}"/>
</p:tagLst>
</file>

<file path=ppt/tags/tag21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PRESET_TEXT" val="单击此处编辑母版文本样式&#10;第二级&#10;第三级&#10;第四级&#10;第五级"/>
  <p:tag name="PA" val="v5.2.11"/>
  <p:tag name="KSO_WM_UNIT_TEXT_LAYER_COUNT" val="1"/>
</p:tagLst>
</file>

<file path=ppt/tags/tag21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  <p:tag name="PA" val="v5.2.11"/>
</p:tagLst>
</file>

<file path=ppt/tags/tag212.xml><?xml version="1.0" encoding="utf-8"?>
<p:tagLst xmlns:p="http://schemas.openxmlformats.org/presentationml/2006/main">
  <p:tag name="KSO_WM_BEAUTIFY_FLAG" val="#wm#"/>
  <p:tag name="KSO_WM_TEMPLATE_CATEGORY" val="custom"/>
  <p:tag name="KSO_WM_TEMPLATE_INDEX" val="20230230"/>
</p:tagLst>
</file>

<file path=ppt/tags/tag21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PRESET_TEXT" val="单击此处编辑母版文本样式&#10;第二级&#10;第三级&#10;第四级&#10;第五级"/>
  <p:tag name="PA" val="v5.2.11"/>
  <p:tag name="KSO_WM_UNIT_TEXT_LAYER_COUNT" val="1"/>
</p:tagLst>
</file>

<file path=ppt/tags/tag21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  <p:tag name="PA" val="v5.2.11"/>
</p:tagLst>
</file>

<file path=ppt/tags/tag215.xml><?xml version="1.0" encoding="utf-8"?>
<p:tagLst xmlns:p="http://schemas.openxmlformats.org/presentationml/2006/main">
  <p:tag name="KSO_WM_BEAUTIFY_FLAG" val="#wm#"/>
  <p:tag name="KSO_WM_TEMPLATE_CATEGORY" val="custom"/>
  <p:tag name="KSO_WM_TEMPLATE_INDEX" val="20230230"/>
</p:tagLst>
</file>

<file path=ppt/tags/tag21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PRESET_TEXT" val="单击此处编辑母版文本样式&#10;第二级&#10;第三级&#10;第四级&#10;第五级"/>
  <p:tag name="PA" val="v5.2.11"/>
  <p:tag name="KSO_WM_UNIT_TEXT_LAYER_COUNT" val="1"/>
</p:tagLst>
</file>

<file path=ppt/tags/tag21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  <p:tag name="PA" val="v5.2.11"/>
</p:tagLst>
</file>

<file path=ppt/tags/tag218.xml><?xml version="1.0" encoding="utf-8"?>
<p:tagLst xmlns:p="http://schemas.openxmlformats.org/presentationml/2006/main">
  <p:tag name="KSO_WM_BEAUTIFY_FLAG" val="#wm#"/>
  <p:tag name="KSO_WM_TEMPLATE_CATEGORY" val="custom"/>
  <p:tag name="KSO_WM_TEMPLATE_INDEX" val="20230230"/>
</p:tagLst>
</file>

<file path=ppt/tags/tag21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PRESET_TEXT" val="单击此处编辑母版文本样式&#10;第二级&#10;第三级&#10;第四级&#10;第五级"/>
  <p:tag name="PA" val="v5.2.11"/>
  <p:tag name="KSO_WM_UNIT_TEXT_LAYER_COUNT" val="1"/>
</p:tagLst>
</file>

<file path=ppt/tags/tag22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  <p:tag name="PA" val="v5.2.11"/>
</p:tagLst>
</file>

<file path=ppt/tags/tag221.xml><?xml version="1.0" encoding="utf-8"?>
<p:tagLst xmlns:p="http://schemas.openxmlformats.org/presentationml/2006/main">
  <p:tag name="KSO_WM_BEAUTIFY_FLAG" val="#wm#"/>
  <p:tag name="KSO_WM_TEMPLATE_CATEGORY" val="custom"/>
  <p:tag name="KSO_WM_TEMPLATE_INDEX" val="20230230"/>
</p:tagLst>
</file>

<file path=ppt/tags/tag22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PRESET_TEXT" val="单击此处编辑母版文本样式&#10;第二级&#10;第三级&#10;第四级&#10;第五级"/>
  <p:tag name="PA" val="v5.2.11"/>
  <p:tag name="KSO_WM_UNIT_TEXT_LAYER_COUNT" val="1"/>
</p:tagLst>
</file>

<file path=ppt/tags/tag22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  <p:tag name="PA" val="v5.2.11"/>
</p:tagLst>
</file>

<file path=ppt/tags/tag224.xml><?xml version="1.0" encoding="utf-8"?>
<p:tagLst xmlns:p="http://schemas.openxmlformats.org/presentationml/2006/main">
  <p:tag name="TABLE_ENDDRAG_ORIGIN_RECT" val="753*249"/>
  <p:tag name="TABLE_ENDDRAG_RECT" val="62*110*753*249"/>
</p:tagLst>
</file>

<file path=ppt/tags/tag225.xml><?xml version="1.0" encoding="utf-8"?>
<p:tagLst xmlns:p="http://schemas.openxmlformats.org/presentationml/2006/main">
  <p:tag name="KSO_WM_BEAUTIFY_FLAG" val="#wm#"/>
  <p:tag name="KSO_WM_TEMPLATE_CATEGORY" val="custom"/>
  <p:tag name="KSO_WM_TEMPLATE_INDEX" val="20230230"/>
</p:tagLst>
</file>

<file path=ppt/tags/tag22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PRESET_TEXT" val="单击此处编辑母版文本样式&#10;第二级&#10;第三级&#10;第四级&#10;第五级"/>
  <p:tag name="PA" val="v5.2.11"/>
  <p:tag name="KSO_WM_UNIT_TEXT_LAYER_COUNT" val="1"/>
</p:tagLst>
</file>

<file path=ppt/tags/tag22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  <p:tag name="PA" val="v5.2.11"/>
</p:tagLst>
</file>

<file path=ppt/tags/tag228.xml><?xml version="1.0" encoding="utf-8"?>
<p:tagLst xmlns:p="http://schemas.openxmlformats.org/presentationml/2006/main">
  <p:tag name="KSO_WM_BEAUTIFY_FLAG" val="#wm#"/>
  <p:tag name="KSO_WM_TEMPLATE_CATEGORY" val="custom"/>
  <p:tag name="KSO_WM_TEMPLATE_INDEX" val="20230230"/>
</p:tagLst>
</file>

<file path=ppt/tags/tag22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PRESET_TEXT" val="单击此处编辑母版文本样式&#10;第二级&#10;第三级&#10;第四级&#10;第五级"/>
  <p:tag name="PA" val="v5.2.11"/>
  <p:tag name="KSO_WM_UNIT_TEXT_LAYER_COUNT" val="1"/>
</p:tagLst>
</file>

<file path=ppt/tags/tag23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  <p:tag name="PA" val="v5.2.11"/>
</p:tagLst>
</file>

<file path=ppt/tags/tag231.xml><?xml version="1.0" encoding="utf-8"?>
<p:tagLst xmlns:p="http://schemas.openxmlformats.org/presentationml/2006/main">
  <p:tag name="KSO_WM_BEAUTIFY_FLAG" val="#wm#"/>
  <p:tag name="KSO_WM_TEMPLATE_CATEGORY" val="custom"/>
  <p:tag name="KSO_WM_TEMPLATE_INDEX" val="20230230"/>
</p:tagLst>
</file>

<file path=ppt/tags/tag23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PRESET_TEXT" val="单击此处编辑母版文本样式&#10;第二级&#10;第三级&#10;第四级&#10;第五级"/>
  <p:tag name="PA" val="v5.2.11"/>
  <p:tag name="KSO_WM_UNIT_TEXT_LAYER_COUNT" val="1"/>
</p:tagLst>
</file>

<file path=ppt/tags/tag23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  <p:tag name="PA" val="v5.2.11"/>
</p:tagLst>
</file>

<file path=ppt/tags/tag234.xml><?xml version="1.0" encoding="utf-8"?>
<p:tagLst xmlns:p="http://schemas.openxmlformats.org/presentationml/2006/main">
  <p:tag name="KSO_WM_BEAUTIFY_FLAG" val="#wm#"/>
  <p:tag name="KSO_WM_TEMPLATE_CATEGORY" val="custom"/>
  <p:tag name="KSO_WM_TEMPLATE_INDEX" val="20230230"/>
</p:tagLst>
</file>

<file path=ppt/tags/tag23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PRESET_TEXT" val="单击此处编辑母版文本样式&#10;第二级&#10;第三级&#10;第四级&#10;第五级"/>
  <p:tag name="PA" val="v5.2.11"/>
  <p:tag name="KSO_WM_UNIT_TEXT_LAYER_COUNT" val="1"/>
</p:tagLst>
</file>

<file path=ppt/tags/tag23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  <p:tag name="PA" val="v5.2.11"/>
</p:tagLst>
</file>

<file path=ppt/tags/tag237.xml><?xml version="1.0" encoding="utf-8"?>
<p:tagLst xmlns:p="http://schemas.openxmlformats.org/presentationml/2006/main">
  <p:tag name="KSO_WM_BEAUTIFY_FLAG" val="#wm#"/>
  <p:tag name="KSO_WM_TEMPLATE_CATEGORY" val="custom"/>
  <p:tag name="KSO_WM_TEMPLATE_INDEX" val="20230230"/>
</p:tagLst>
</file>

<file path=ppt/tags/tag23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PRESET_TEXT" val="单击此处编辑母版文本样式&#10;第二级&#10;第三级&#10;第四级&#10;第五级"/>
  <p:tag name="PA" val="v5.2.11"/>
  <p:tag name="KSO_WM_UNIT_TEXT_LAYER_COUNT" val="1"/>
</p:tagLst>
</file>

<file path=ppt/tags/tag23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  <p:tag name="PA" val="v5.2.11"/>
</p:tagLst>
</file>

<file path=ppt/tags/tag240.xml><?xml version="1.0" encoding="utf-8"?>
<p:tagLst xmlns:p="http://schemas.openxmlformats.org/presentationml/2006/main">
  <p:tag name="KSO_WM_BEAUTIFY_FLAG" val="#wm#"/>
  <p:tag name="KSO_WM_TEMPLATE_CATEGORY" val="custom"/>
  <p:tag name="KSO_WM_TEMPLATE_INDEX" val="20230230"/>
</p:tagLst>
</file>

<file path=ppt/tags/tag24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PRESET_TEXT" val="单击此处编辑母版文本样式&#10;第二级&#10;第三级&#10;第四级&#10;第五级"/>
  <p:tag name="PA" val="v5.2.11"/>
  <p:tag name="KSO_WM_UNIT_TEXT_LAYER_COUNT" val="1"/>
</p:tagLst>
</file>

<file path=ppt/tags/tag24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  <p:tag name="PA" val="v5.2.11"/>
</p:tagLst>
</file>

<file path=ppt/tags/tag243.xml><?xml version="1.0" encoding="utf-8"?>
<p:tagLst xmlns:p="http://schemas.openxmlformats.org/presentationml/2006/main">
  <p:tag name="KSO_WM_BEAUTIFY_FLAG" val="#wm#"/>
  <p:tag name="KSO_WM_TEMPLATE_CATEGORY" val="custom"/>
  <p:tag name="KSO_WM_TEMPLATE_INDEX" val="20230230"/>
</p:tagLst>
</file>

<file path=ppt/tags/tag24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30_11*a*1"/>
  <p:tag name="KSO_WM_TEMPLATE_CATEGORY" val="custom"/>
  <p:tag name="KSO_WM_TEMPLATE_INDEX" val="20230230"/>
  <p:tag name="KSO_WM_UNIT_LAYERLEVEL" val="1"/>
  <p:tag name="KSO_WM_TAG_VERSION" val="3.0"/>
  <p:tag name="KSO_WM_BEAUTIFY_FLAG" val="#wm#"/>
  <p:tag name="KSO_WM_UNIT_CONTENT_GROUP_TYPE" val="contentchip"/>
</p:tagLst>
</file>

<file path=ppt/tags/tag245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230_11*f*1"/>
  <p:tag name="KSO_WM_TEMPLATE_CATEGORY" val="custom"/>
  <p:tag name="KSO_WM_TEMPLATE_INDEX" val="20230230"/>
  <p:tag name="KSO_WM_UNIT_LAYERLEVEL" val="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TEXT_LAYER_COUNT" val="1"/>
</p:tagLst>
</file>

<file path=ppt/tags/tag246.xml><?xml version="1.0" encoding="utf-8"?>
<p:tagLst xmlns:p="http://schemas.openxmlformats.org/presentationml/2006/main">
  <p:tag name="KSO_WM_SLIDE_ID" val="custom20230230_11"/>
  <p:tag name="KSO_WM_TEMPLATE_SUBCATEGORY" val="29"/>
  <p:tag name="KSO_WM_TEMPLATE_MASTER_TYPE" val="0"/>
  <p:tag name="KSO_WM_TEMPLATE_COLOR_TYPE" val="0"/>
  <p:tag name="KSO_WM_SLIDE_ITEM_CNT" val="0"/>
  <p:tag name="KSO_WM_SLIDE_INDEX" val="11"/>
  <p:tag name="KSO_WM_TAG_VERSION" val="3.0"/>
  <p:tag name="KSO_WM_BEAUTIFY_FLAG" val="#wm#"/>
  <p:tag name="KSO_WM_TEMPLATE_CATEGORY" val="custom"/>
  <p:tag name="KSO_WM_TEMPLATE_INDEX" val="20230230"/>
  <p:tag name="KSO_WM_SLIDE_LAYOUT" val="a_f"/>
  <p:tag name="KSO_WM_SLIDE_LAYOUT_CNT" val="1_1"/>
  <p:tag name="KSO_WM_SLIDE_TYPE" val="endPage"/>
  <p:tag name="KSO_WM_SLIDE_SUBTYPE" val="pureTxt"/>
  <p:tag name="KSO_WM_SLIDE_CONTENT_AREA" val="{&quot;left&quot;:&quot;38.85&quot;,&quot;top&quot;:&quot;72.8&quot;,&quot;width&quot;:&quot;672.5&quot;,&quot;height&quot;:&quot;369.75&quot;}"/>
</p:tagLst>
</file>

<file path=ppt/theme/theme1.xml><?xml version="1.0" encoding="utf-8"?>
<a:theme xmlns:a="http://schemas.openxmlformats.org/drawingml/2006/main" name="Office 主题">
  <a:themeElements>
    <a:clrScheme name="自定义 61">
      <a:dk1>
        <a:srgbClr val="000000"/>
      </a:dk1>
      <a:lt1>
        <a:srgbClr val="FFFFFF"/>
      </a:lt1>
      <a:dk2>
        <a:srgbClr val="3F4D63"/>
      </a:dk2>
      <a:lt2>
        <a:srgbClr val="E7F0FD"/>
      </a:lt2>
      <a:accent1>
        <a:srgbClr val="116CEE"/>
      </a:accent1>
      <a:accent2>
        <a:srgbClr val="1B7ED6"/>
      </a:accent2>
      <a:accent3>
        <a:srgbClr val="268FBE"/>
      </a:accent3>
      <a:accent4>
        <a:srgbClr val="30A1A6"/>
      </a:accent4>
      <a:accent5>
        <a:srgbClr val="3BB28E"/>
      </a:accent5>
      <a:accent6>
        <a:srgbClr val="45C476"/>
      </a:accent6>
      <a:hlink>
        <a:srgbClr val="0563C1"/>
      </a:hlink>
      <a:folHlink>
        <a:srgbClr val="954F72"/>
      </a:folHlink>
    </a:clrScheme>
    <a:fontScheme name="自定义 13">
      <a:majorFont>
        <a:latin typeface="MiSans Heavy"/>
        <a:ea typeface="MiSans Heavy"/>
        <a:cs typeface=""/>
      </a:majorFont>
      <a:minorFont>
        <a:latin typeface="MiSans Light"/>
        <a:ea typeface="MiSans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  <a:prstDash val="solid"/>
        </a:ln>
        <a:effectLst>
          <a:outerShdw blurRad="203200" dist="101600" dir="8100000" algn="tr" rotWithShape="0">
            <a:srgbClr val="FF5DA9">
              <a:alpha val="10000"/>
            </a:srgbClr>
          </a:outerShdw>
        </a:effec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自定义 61">
      <a:dk1>
        <a:srgbClr val="000000"/>
      </a:dk1>
      <a:lt1>
        <a:srgbClr val="FFFFFF"/>
      </a:lt1>
      <a:dk2>
        <a:srgbClr val="3F4D63"/>
      </a:dk2>
      <a:lt2>
        <a:srgbClr val="E7F0FD"/>
      </a:lt2>
      <a:accent1>
        <a:srgbClr val="116CEE"/>
      </a:accent1>
      <a:accent2>
        <a:srgbClr val="1B7ED6"/>
      </a:accent2>
      <a:accent3>
        <a:srgbClr val="268FBE"/>
      </a:accent3>
      <a:accent4>
        <a:srgbClr val="30A1A6"/>
      </a:accent4>
      <a:accent5>
        <a:srgbClr val="3BB28E"/>
      </a:accent5>
      <a:accent6>
        <a:srgbClr val="45C476"/>
      </a:accent6>
      <a:hlink>
        <a:srgbClr val="0563C1"/>
      </a:hlink>
      <a:folHlink>
        <a:srgbClr val="954F72"/>
      </a:folHlink>
    </a:clrScheme>
    <a:fontScheme name="自定义 13">
      <a:majorFont>
        <a:latin typeface="MiSans Heavy"/>
        <a:ea typeface="MiSans Heavy"/>
        <a:cs typeface=""/>
      </a:majorFont>
      <a:minorFont>
        <a:latin typeface="MiSans Light"/>
        <a:ea typeface="MiSans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  <a:prstDash val="solid"/>
        </a:ln>
        <a:effectLst>
          <a:outerShdw blurRad="203200" dist="101600" dir="8100000" algn="tr" rotWithShape="0">
            <a:srgbClr val="FF5DA9">
              <a:alpha val="10000"/>
            </a:srgbClr>
          </a:outerShdw>
        </a:effec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4717</Words>
  <Application>WPS 演示</Application>
  <PresentationFormat>宽屏</PresentationFormat>
  <Paragraphs>344</Paragraphs>
  <Slides>28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45" baseType="lpstr">
      <vt:lpstr>Arial</vt:lpstr>
      <vt:lpstr>宋体</vt:lpstr>
      <vt:lpstr>Wingdings</vt:lpstr>
      <vt:lpstr>MiSans Heavy</vt:lpstr>
      <vt:lpstr>Wingdings</vt:lpstr>
      <vt:lpstr>Times New Roman</vt:lpstr>
      <vt:lpstr>黑体</vt:lpstr>
      <vt:lpstr>微软雅黑</vt:lpstr>
      <vt:lpstr>Arial Unicode MS</vt:lpstr>
      <vt:lpstr>MiSans Light</vt:lpstr>
      <vt:lpstr>Segoe Print</vt:lpstr>
      <vt:lpstr>Calibri</vt:lpstr>
      <vt:lpstr>Cambria Math</vt:lpstr>
      <vt:lpstr>MS Mincho</vt:lpstr>
      <vt:lpstr>MiSans Heavy</vt:lpstr>
      <vt:lpstr>Office 主题</vt:lpstr>
      <vt:lpstr>1_Office 主题</vt:lpstr>
      <vt:lpstr>Attention Is All You Need</vt:lpstr>
      <vt:lpstr>Transformer架构</vt:lpstr>
      <vt:lpstr>模型架构</vt:lpstr>
      <vt:lpstr>Embedding嵌入层</vt:lpstr>
      <vt:lpstr>位置编码</vt:lpstr>
      <vt:lpstr>attention(注意力机制)</vt:lpstr>
      <vt:lpstr>self-attention(自注意力机制)</vt:lpstr>
      <vt:lpstr>self-attention(自注意力机制)</vt:lpstr>
      <vt:lpstr>Multi-Head Attention</vt:lpstr>
      <vt:lpstr>多头注意力掩码机制</vt:lpstr>
      <vt:lpstr>多头注意力代码数据流</vt:lpstr>
      <vt:lpstr>Add&amp;Norm</vt:lpstr>
      <vt:lpstr>为什么残差链接</vt:lpstr>
      <vt:lpstr>FFN(一般带有gelu和relu激活函数)</vt:lpstr>
      <vt:lpstr>实验</vt:lpstr>
      <vt:lpstr>实验目的</vt:lpstr>
      <vt:lpstr>数据集选取</vt:lpstr>
      <vt:lpstr>分词器选取</vt:lpstr>
      <vt:lpstr>实验环境和平台</vt:lpstr>
      <vt:lpstr>训练</vt:lpstr>
      <vt:lpstr>推理</vt:lpstr>
      <vt:lpstr>损失评估（本实验）</vt:lpstr>
      <vt:lpstr>方案一：降模型参数</vt:lpstr>
      <vt:lpstr>方案一：损失评估</vt:lpstr>
      <vt:lpstr>方案二，原参数增加权重衰减参数</vt:lpstr>
      <vt:lpstr>方案三，小模型参数增加权重衰减参数</vt:lpstr>
      <vt:lpstr>Transformer的应用</vt:lpstr>
      <vt:lpstr>感谢您的观看与聆听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Jebert</cp:lastModifiedBy>
  <cp:revision>181</cp:revision>
  <dcterms:created xsi:type="dcterms:W3CDTF">2019-06-19T02:08:00Z</dcterms:created>
  <dcterms:modified xsi:type="dcterms:W3CDTF">2026-09-02T01:34:27Z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06067565B61B44BAB66A8285DD4760F7_11</vt:lpwstr>
  </property>
</Properties>
</file>